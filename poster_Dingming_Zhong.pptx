
<file path=[Content_Types].xml><?xml version="1.0" encoding="utf-8"?>
<Types xmlns="http://schemas.openxmlformats.org/package/2006/content-types">
  <Default Extension="bin" ContentType="application/vnd.openxmlformats-officedocument.oleObject"/>
  <Default Extension="jpeg" ContentType="image/jpeg"/>
  <Default Extension="png" ContentType="image/png"/>
  <Default Extension="rels" ContentType="application/vnd.openxmlformats-package.relationships+xml"/>
  <Default Extension="wmf" ContentType="image/x-wmf"/>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s/slide1.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commentAuthors.xml" ContentType="application/vnd.openxmlformats-officedocument.presentationml.commentAuthors+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theme/theme4.xml" ContentType="application/vnd.openxmlformats-officedocument.theme+xml"/>
  <Override PartName="/ppt/notesSlides/notesSlide1.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50" r:id="rId1"/>
    <p:sldMasterId id="2147483653" r:id="rId2"/>
  </p:sldMasterIdLst>
  <p:notesMasterIdLst>
    <p:notesMasterId r:id="rId4"/>
  </p:notesMasterIdLst>
  <p:handoutMasterIdLst>
    <p:handoutMasterId r:id="rId5"/>
  </p:handoutMasterIdLst>
  <p:sldIdLst>
    <p:sldId id="258" r:id="rId3"/>
  </p:sldIdLst>
  <p:sldSz cx="43891200" cy="32918400"/>
  <p:notesSz cx="6858000" cy="9144000"/>
  <p:defaultTextStyle>
    <a:defPPr>
      <a:defRPr lang="en-US"/>
    </a:defPPr>
    <a:lvl1pPr marL="0" algn="l" defTabSz="4388900" rtl="0" eaLnBrk="1" latinLnBrk="0" hangingPunct="1">
      <a:defRPr sz="8600" kern="1200">
        <a:solidFill>
          <a:schemeClr val="tx1"/>
        </a:solidFill>
        <a:latin typeface="+mn-lt"/>
        <a:ea typeface="+mn-ea"/>
        <a:cs typeface="+mn-cs"/>
      </a:defRPr>
    </a:lvl1pPr>
    <a:lvl2pPr marL="2194451" algn="l" defTabSz="4388900" rtl="0" eaLnBrk="1" latinLnBrk="0" hangingPunct="1">
      <a:defRPr sz="8600" kern="1200">
        <a:solidFill>
          <a:schemeClr val="tx1"/>
        </a:solidFill>
        <a:latin typeface="+mn-lt"/>
        <a:ea typeface="+mn-ea"/>
        <a:cs typeface="+mn-cs"/>
      </a:defRPr>
    </a:lvl2pPr>
    <a:lvl3pPr marL="4388900" algn="l" defTabSz="4388900" rtl="0" eaLnBrk="1" latinLnBrk="0" hangingPunct="1">
      <a:defRPr sz="8600" kern="1200">
        <a:solidFill>
          <a:schemeClr val="tx1"/>
        </a:solidFill>
        <a:latin typeface="+mn-lt"/>
        <a:ea typeface="+mn-ea"/>
        <a:cs typeface="+mn-cs"/>
      </a:defRPr>
    </a:lvl3pPr>
    <a:lvl4pPr marL="6583351" algn="l" defTabSz="4388900" rtl="0" eaLnBrk="1" latinLnBrk="0" hangingPunct="1">
      <a:defRPr sz="8600" kern="1200">
        <a:solidFill>
          <a:schemeClr val="tx1"/>
        </a:solidFill>
        <a:latin typeface="+mn-lt"/>
        <a:ea typeface="+mn-ea"/>
        <a:cs typeface="+mn-cs"/>
      </a:defRPr>
    </a:lvl4pPr>
    <a:lvl5pPr marL="8777801" algn="l" defTabSz="4388900" rtl="0" eaLnBrk="1" latinLnBrk="0" hangingPunct="1">
      <a:defRPr sz="8600" kern="1200">
        <a:solidFill>
          <a:schemeClr val="tx1"/>
        </a:solidFill>
        <a:latin typeface="+mn-lt"/>
        <a:ea typeface="+mn-ea"/>
        <a:cs typeface="+mn-cs"/>
      </a:defRPr>
    </a:lvl5pPr>
    <a:lvl6pPr marL="10972252" algn="l" defTabSz="4388900" rtl="0" eaLnBrk="1" latinLnBrk="0" hangingPunct="1">
      <a:defRPr sz="8600" kern="1200">
        <a:solidFill>
          <a:schemeClr val="tx1"/>
        </a:solidFill>
        <a:latin typeface="+mn-lt"/>
        <a:ea typeface="+mn-ea"/>
        <a:cs typeface="+mn-cs"/>
      </a:defRPr>
    </a:lvl6pPr>
    <a:lvl7pPr marL="13166703" algn="l" defTabSz="4388900" rtl="0" eaLnBrk="1" latinLnBrk="0" hangingPunct="1">
      <a:defRPr sz="8600" kern="1200">
        <a:solidFill>
          <a:schemeClr val="tx1"/>
        </a:solidFill>
        <a:latin typeface="+mn-lt"/>
        <a:ea typeface="+mn-ea"/>
        <a:cs typeface="+mn-cs"/>
      </a:defRPr>
    </a:lvl7pPr>
    <a:lvl8pPr marL="15361152" algn="l" defTabSz="4388900" rtl="0" eaLnBrk="1" latinLnBrk="0" hangingPunct="1">
      <a:defRPr sz="8600" kern="1200">
        <a:solidFill>
          <a:schemeClr val="tx1"/>
        </a:solidFill>
        <a:latin typeface="+mn-lt"/>
        <a:ea typeface="+mn-ea"/>
        <a:cs typeface="+mn-cs"/>
      </a:defRPr>
    </a:lvl8pPr>
    <a:lvl9pPr marL="17555603" algn="l" defTabSz="4388900" rtl="0" eaLnBrk="1" latinLnBrk="0" hangingPunct="1">
      <a:defRPr sz="86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3318">
          <p15:clr>
            <a:srgbClr val="A4A3A4"/>
          </p15:clr>
        </p15:guide>
        <p15:guide id="2" orient="horz" pos="240" userDrawn="1">
          <p15:clr>
            <a:srgbClr val="A4A3A4"/>
          </p15:clr>
        </p15:guide>
        <p15:guide id="3" orient="horz" pos="20160">
          <p15:clr>
            <a:srgbClr val="A4A3A4"/>
          </p15:clr>
        </p15:guide>
        <p15:guide id="4" orient="horz">
          <p15:clr>
            <a:srgbClr val="A4A3A4"/>
          </p15:clr>
        </p15:guide>
        <p15:guide id="5" pos="264" userDrawn="1">
          <p15:clr>
            <a:srgbClr val="A4A3A4"/>
          </p15:clr>
        </p15:guide>
        <p15:guide id="6" pos="27384" userDrawn="1">
          <p15:clr>
            <a:srgbClr val="A4A3A4"/>
          </p15:clr>
        </p15:guide>
      </p15:sldGuideLst>
    </p:ext>
    <p:ext uri="{2D200454-40CA-4A62-9FC3-DE9A4176ACB9}">
      <p15:notesGuideLst xmlns:p15="http://schemas.microsoft.com/office/powerpoint/2012/main">
        <p15:guide id="1" orient="horz" pos="2880">
          <p15:clr>
            <a:srgbClr val="A4A3A4"/>
          </p15:clr>
        </p15:guide>
        <p15:guide id="2" pos="2160">
          <p15:clr>
            <a:srgbClr val="A4A3A4"/>
          </p15:clr>
        </p15:guide>
      </p15:notesGuideLst>
    </p:ext>
  </p:extLst>
</p:presentation>
</file>

<file path=ppt/commentAuthors.xml><?xml version="1.0" encoding="utf-8"?>
<p:cmAuthorLst xmlns:a="http://schemas.openxmlformats.org/drawingml/2006/main" xmlns:r="http://schemas.openxmlformats.org/officeDocument/2006/relationships" xmlns:p="http://schemas.openxmlformats.org/presentationml/2006/main">
  <p:cmAuthor id="0" name="A.KOTOULAS" initials="AK" lastIdx="2" clrIdx="0"/>
  <p:cmAuthor id="1" name="A.KOTOULAS" initials="HELP" lastIdx="1" clrIdx="1"/>
  <p:cmAuthor id="2" name="A.KOTOULAS" initials="HELP - " lastIdx="1" clrIdx="2"/>
  <p:cmAuthor id="3" name="PosterPresentations.com - 510.649.3001" initials="HELP - " lastIdx="1" clrIdx="3"/>
</p:cmAuthorLst>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203864"/>
    <a:srgbClr val="F3F5FA"/>
    <a:srgbClr val="CDD2DE"/>
    <a:srgbClr val="E3E9E5"/>
    <a:srgbClr val="EAEAEA"/>
    <a:srgbClr val="FFFFFF"/>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5266" autoAdjust="0"/>
    <p:restoredTop sz="95026" autoAdjust="0"/>
  </p:normalViewPr>
  <p:slideViewPr>
    <p:cSldViewPr snapToGrid="0" snapToObjects="1" showGuides="1">
      <p:cViewPr>
        <p:scale>
          <a:sx n="50" d="100"/>
          <a:sy n="50" d="100"/>
        </p:scale>
        <p:origin x="-2947" y="-1027"/>
      </p:cViewPr>
      <p:guideLst>
        <p:guide orient="horz" pos="3318"/>
        <p:guide orient="horz" pos="240"/>
        <p:guide orient="horz" pos="20160"/>
        <p:guide orient="horz"/>
        <p:guide pos="264"/>
        <p:guide pos="27384"/>
      </p:guideLst>
    </p:cSldViewPr>
  </p:slideViewPr>
  <p:outlineViewPr>
    <p:cViewPr>
      <p:scale>
        <a:sx n="33" d="100"/>
        <a:sy n="33" d="100"/>
      </p:scale>
      <p:origin x="0" y="0"/>
    </p:cViewPr>
  </p:outlineViewPr>
  <p:notesTextViewPr>
    <p:cViewPr>
      <p:scale>
        <a:sx n="3" d="2"/>
        <a:sy n="3" d="2"/>
      </p:scale>
      <p:origin x="0" y="0"/>
    </p:cViewPr>
  </p:notesTextViewPr>
  <p:sorterViewPr>
    <p:cViewPr>
      <p:scale>
        <a:sx n="66" d="100"/>
        <a:sy n="66" d="100"/>
      </p:scale>
      <p:origin x="0" y="0"/>
    </p:cViewPr>
  </p:sorterViewPr>
  <p:notesViewPr>
    <p:cSldViewPr snapToGrid="0" snapToObjects="1" showGuides="1">
      <p:cViewPr varScale="1">
        <p:scale>
          <a:sx n="79" d="100"/>
          <a:sy n="79" d="100"/>
        </p:scale>
        <p:origin x="-3768" y="-102"/>
      </p:cViewPr>
      <p:guideLst>
        <p:guide orient="horz" pos="2880"/>
        <p:guide pos="2160"/>
      </p:guideLst>
    </p:cSldViewPr>
  </p:notes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viewProps" Target="viewProps.xml"/><Relationship Id="rId3" Type="http://schemas.openxmlformats.org/officeDocument/2006/relationships/slide" Target="slides/slide1.xml"/><Relationship Id="rId7" Type="http://schemas.openxmlformats.org/officeDocument/2006/relationships/presProps" Target="presProps.xml"/><Relationship Id="rId2" Type="http://schemas.openxmlformats.org/officeDocument/2006/relationships/slideMaster" Target="slideMasters/slideMaster2.xml"/><Relationship Id="rId1" Type="http://schemas.openxmlformats.org/officeDocument/2006/relationships/slideMaster" Target="slideMasters/slideMaster1.xml"/><Relationship Id="rId6" Type="http://schemas.openxmlformats.org/officeDocument/2006/relationships/commentAuthors" Target="commentAuthors.xml"/><Relationship Id="rId5" Type="http://schemas.openxmlformats.org/officeDocument/2006/relationships/handoutMaster" Target="handoutMasters/handoutMaster1.xml"/><Relationship Id="rId10" Type="http://schemas.openxmlformats.org/officeDocument/2006/relationships/tableStyles" Target="tableStyles.xml"/><Relationship Id="rId4" Type="http://schemas.openxmlformats.org/officeDocument/2006/relationships/notesMaster" Target="notesMasters/notesMaster1.xml"/><Relationship Id="rId9" Type="http://schemas.openxmlformats.org/officeDocument/2006/relationships/theme" Target="theme/theme1.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4.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sz="quarter" idx="1"/>
          </p:nvPr>
        </p:nvSpPr>
        <p:spPr>
          <a:xfrm>
            <a:off x="3884613" y="0"/>
            <a:ext cx="2971800" cy="457200"/>
          </a:xfrm>
          <a:prstGeom prst="rect">
            <a:avLst/>
          </a:prstGeom>
        </p:spPr>
        <p:txBody>
          <a:bodyPr vert="horz" lIns="91440" tIns="45720" rIns="91440" bIns="45720" rtlCol="0"/>
          <a:lstStyle>
            <a:lvl1pPr algn="r">
              <a:defRPr sz="1200"/>
            </a:lvl1pPr>
          </a:lstStyle>
          <a:p>
            <a:fld id="{0158C5BC-9A70-462C-B28D-9600239EAC64}" type="datetimeFigureOut">
              <a:rPr lang="en-US" smtClean="0"/>
              <a:pPr/>
              <a:t>2/20/2026</a:t>
            </a:fld>
            <a:endParaRPr lang="en-US"/>
          </a:p>
        </p:txBody>
      </p:sp>
      <p:sp>
        <p:nvSpPr>
          <p:cNvPr id="4" name="Footer Placeholder 3"/>
          <p:cNvSpPr>
            <a:spLocks noGrp="1"/>
          </p:cNvSpPr>
          <p:nvPr>
            <p:ph type="ftr" sz="quarter" idx="2"/>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5" name="Slide Number Placeholder 4"/>
          <p:cNvSpPr>
            <a:spLocks noGrp="1"/>
          </p:cNvSpPr>
          <p:nvPr>
            <p:ph type="sldNum" sz="quarter" idx="3"/>
          </p:nvPr>
        </p:nvSpPr>
        <p:spPr>
          <a:xfrm>
            <a:off x="3884613" y="8685213"/>
            <a:ext cx="2971800" cy="457200"/>
          </a:xfrm>
          <a:prstGeom prst="rect">
            <a:avLst/>
          </a:prstGeom>
        </p:spPr>
        <p:txBody>
          <a:bodyPr vert="horz" lIns="91440" tIns="45720" rIns="91440" bIns="45720" rtlCol="0" anchor="b"/>
          <a:lstStyle>
            <a:lvl1pPr algn="r">
              <a:defRPr sz="1200"/>
            </a:lvl1pPr>
          </a:lstStyle>
          <a:p>
            <a:fld id="{79C131B7-05CA-4AEE-9267-6D0ED4DC84F3}" type="slidenum">
              <a:rPr lang="en-US" smtClean="0"/>
              <a:pPr/>
              <a:t>‹#›</a:t>
            </a:fld>
            <a:endParaRPr lang="en-US"/>
          </a:p>
        </p:txBody>
      </p:sp>
    </p:spTree>
    <p:extLst>
      <p:ext uri="{BB962C8B-B14F-4D97-AF65-F5344CB8AC3E}">
        <p14:creationId xmlns:p14="http://schemas.microsoft.com/office/powerpoint/2010/main" val="3974068218"/>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3.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dirty="0"/>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E6CC2317-6751-4CD4-9995-8782DD78E936}" type="datetimeFigureOut">
              <a:rPr lang="en-US" smtClean="0"/>
              <a:pPr/>
              <a:t>2/20/2026</a:t>
            </a:fld>
            <a:endParaRPr lang="en-US" dirty="0"/>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dirty="0"/>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dirty="0"/>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26A1A87D-CAF7-4BDC-A0D3-C0DBEDE81619}" type="slidenum">
              <a:rPr lang="en-US" smtClean="0"/>
              <a:pPr/>
              <a:t>‹#›</a:t>
            </a:fld>
            <a:endParaRPr lang="en-US" dirty="0"/>
          </a:p>
        </p:txBody>
      </p:sp>
    </p:spTree>
    <p:extLst>
      <p:ext uri="{BB962C8B-B14F-4D97-AF65-F5344CB8AC3E}">
        <p14:creationId xmlns:p14="http://schemas.microsoft.com/office/powerpoint/2010/main" val="2414637987"/>
      </p:ext>
    </p:extLst>
  </p:cSld>
  <p:clrMap bg1="lt1" tx1="dk1" bg2="lt2" tx2="dk2" accent1="accent1" accent2="accent2" accent3="accent3" accent4="accent4" accent5="accent5" accent6="accent6" hlink="hlink" folHlink="folHlink"/>
  <p:notesStyle>
    <a:lvl1pPr marL="0" algn="l" defTabSz="4388900" rtl="0" eaLnBrk="1" latinLnBrk="0" hangingPunct="1">
      <a:defRPr sz="5800" kern="1200">
        <a:solidFill>
          <a:schemeClr val="tx1"/>
        </a:solidFill>
        <a:latin typeface="+mn-lt"/>
        <a:ea typeface="+mn-ea"/>
        <a:cs typeface="+mn-cs"/>
      </a:defRPr>
    </a:lvl1pPr>
    <a:lvl2pPr marL="2194451" algn="l" defTabSz="4388900" rtl="0" eaLnBrk="1" latinLnBrk="0" hangingPunct="1">
      <a:defRPr sz="5800" kern="1200">
        <a:solidFill>
          <a:schemeClr val="tx1"/>
        </a:solidFill>
        <a:latin typeface="+mn-lt"/>
        <a:ea typeface="+mn-ea"/>
        <a:cs typeface="+mn-cs"/>
      </a:defRPr>
    </a:lvl2pPr>
    <a:lvl3pPr marL="4388900" algn="l" defTabSz="4388900" rtl="0" eaLnBrk="1" latinLnBrk="0" hangingPunct="1">
      <a:defRPr sz="5800" kern="1200">
        <a:solidFill>
          <a:schemeClr val="tx1"/>
        </a:solidFill>
        <a:latin typeface="+mn-lt"/>
        <a:ea typeface="+mn-ea"/>
        <a:cs typeface="+mn-cs"/>
      </a:defRPr>
    </a:lvl3pPr>
    <a:lvl4pPr marL="6583351" algn="l" defTabSz="4388900" rtl="0" eaLnBrk="1" latinLnBrk="0" hangingPunct="1">
      <a:defRPr sz="5800" kern="1200">
        <a:solidFill>
          <a:schemeClr val="tx1"/>
        </a:solidFill>
        <a:latin typeface="+mn-lt"/>
        <a:ea typeface="+mn-ea"/>
        <a:cs typeface="+mn-cs"/>
      </a:defRPr>
    </a:lvl4pPr>
    <a:lvl5pPr marL="8777801" algn="l" defTabSz="4388900" rtl="0" eaLnBrk="1" latinLnBrk="0" hangingPunct="1">
      <a:defRPr sz="5800" kern="1200">
        <a:solidFill>
          <a:schemeClr val="tx1"/>
        </a:solidFill>
        <a:latin typeface="+mn-lt"/>
        <a:ea typeface="+mn-ea"/>
        <a:cs typeface="+mn-cs"/>
      </a:defRPr>
    </a:lvl5pPr>
    <a:lvl6pPr marL="10972252" algn="l" defTabSz="4388900" rtl="0" eaLnBrk="1" latinLnBrk="0" hangingPunct="1">
      <a:defRPr sz="5800" kern="1200">
        <a:solidFill>
          <a:schemeClr val="tx1"/>
        </a:solidFill>
        <a:latin typeface="+mn-lt"/>
        <a:ea typeface="+mn-ea"/>
        <a:cs typeface="+mn-cs"/>
      </a:defRPr>
    </a:lvl6pPr>
    <a:lvl7pPr marL="13166703" algn="l" defTabSz="4388900" rtl="0" eaLnBrk="1" latinLnBrk="0" hangingPunct="1">
      <a:defRPr sz="5800" kern="1200">
        <a:solidFill>
          <a:schemeClr val="tx1"/>
        </a:solidFill>
        <a:latin typeface="+mn-lt"/>
        <a:ea typeface="+mn-ea"/>
        <a:cs typeface="+mn-cs"/>
      </a:defRPr>
    </a:lvl7pPr>
    <a:lvl8pPr marL="15361152" algn="l" defTabSz="4388900" rtl="0" eaLnBrk="1" latinLnBrk="0" hangingPunct="1">
      <a:defRPr sz="5800" kern="1200">
        <a:solidFill>
          <a:schemeClr val="tx1"/>
        </a:solidFill>
        <a:latin typeface="+mn-lt"/>
        <a:ea typeface="+mn-ea"/>
        <a:cs typeface="+mn-cs"/>
      </a:defRPr>
    </a:lvl8pPr>
    <a:lvl9pPr marL="17555603" algn="l" defTabSz="4388900" rtl="0" eaLnBrk="1" latinLnBrk="0" hangingPunct="1">
      <a:defRPr sz="58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5"/>
          </p:nvPr>
        </p:nvSpPr>
        <p:spPr/>
        <p:txBody>
          <a:bodyPr/>
          <a:lstStyle/>
          <a:p>
            <a:fld id="{26A1A87D-CAF7-4BDC-A0D3-C0DBEDE81619}" type="slidenum">
              <a:rPr lang="en-US" smtClean="0"/>
              <a:pPr/>
              <a:t>1</a:t>
            </a:fld>
            <a:endParaRPr lang="en-US" dirty="0"/>
          </a:p>
        </p:txBody>
      </p:sp>
    </p:spTree>
    <p:extLst>
      <p:ext uri="{BB962C8B-B14F-4D97-AF65-F5344CB8AC3E}">
        <p14:creationId xmlns:p14="http://schemas.microsoft.com/office/powerpoint/2010/main" val="2482047923"/>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userDrawn="1">
  <p:cSld name="36x48 template">
    <p:spTree>
      <p:nvGrpSpPr>
        <p:cNvPr id="1" name=""/>
        <p:cNvGrpSpPr/>
        <p:nvPr/>
      </p:nvGrpSpPr>
      <p:grpSpPr>
        <a:xfrm>
          <a:off x="0" y="0"/>
          <a:ext cx="0" cy="0"/>
          <a:chOff x="0" y="0"/>
          <a:chExt cx="0" cy="0"/>
        </a:xfrm>
      </p:grpSpPr>
      <p:sp>
        <p:nvSpPr>
          <p:cNvPr id="4" name="Text Placeholder 3"/>
          <p:cNvSpPr>
            <a:spLocks noGrp="1"/>
          </p:cNvSpPr>
          <p:nvPr>
            <p:ph type="body" sz="quarter" idx="10" hasCustomPrompt="1"/>
          </p:nvPr>
        </p:nvSpPr>
        <p:spPr>
          <a:xfrm>
            <a:off x="459674" y="5829841"/>
            <a:ext cx="10056813" cy="738642"/>
          </a:xfrm>
          <a:prstGeom prst="rect">
            <a:avLst/>
          </a:prstGeom>
        </p:spPr>
        <p:txBody>
          <a:bodyPr wrap="square" lIns="228589" tIns="228589" rIns="228589" bIns="228589" anchor="t" anchorCtr="0">
            <a:spAutoFit/>
          </a:bodyPr>
          <a:lstStyle>
            <a:lvl1pPr marL="0" indent="0">
              <a:buNone/>
              <a:defRPr sz="1800">
                <a:solidFill>
                  <a:schemeClr val="accent5">
                    <a:lumMod val="50000"/>
                  </a:schemeClr>
                </a:solidFill>
                <a:latin typeface="Century Gothic" panose="020B0502020202020204" pitchFamily="34" charset="0"/>
                <a:cs typeface="Times New Roman" pitchFamily="18" charset="0"/>
              </a:defRPr>
            </a:lvl1pPr>
            <a:lvl2pPr marL="1485825" indent="-571471">
              <a:defRPr sz="2500">
                <a:latin typeface="Trebuchet MS" pitchFamily="34" charset="0"/>
              </a:defRPr>
            </a:lvl2pPr>
            <a:lvl3pPr marL="2057297" indent="-571471">
              <a:defRPr sz="2500">
                <a:latin typeface="Trebuchet MS" pitchFamily="34" charset="0"/>
              </a:defRPr>
            </a:lvl3pPr>
            <a:lvl4pPr marL="2685916" indent="-628619">
              <a:defRPr sz="2500">
                <a:latin typeface="Trebuchet MS" pitchFamily="34" charset="0"/>
              </a:defRPr>
            </a:lvl4pPr>
            <a:lvl5pPr marL="3143093" indent="-457177">
              <a:defRPr sz="2500">
                <a:latin typeface="Trebuchet MS" pitchFamily="34" charset="0"/>
              </a:defRPr>
            </a:lvl5pPr>
          </a:lstStyle>
          <a:p>
            <a:pPr lvl="0"/>
            <a:r>
              <a:rPr lang="en-US" dirty="0"/>
              <a:t>Type in or paste your text here</a:t>
            </a:r>
          </a:p>
        </p:txBody>
      </p:sp>
      <p:sp>
        <p:nvSpPr>
          <p:cNvPr id="6" name="Text Placeholder 5"/>
          <p:cNvSpPr>
            <a:spLocks noGrp="1"/>
          </p:cNvSpPr>
          <p:nvPr>
            <p:ph type="body" sz="quarter" idx="11" hasCustomPrompt="1"/>
          </p:nvPr>
        </p:nvSpPr>
        <p:spPr>
          <a:xfrm>
            <a:off x="477827" y="5000109"/>
            <a:ext cx="10048875" cy="615545"/>
          </a:xfrm>
          <a:prstGeom prst="rect">
            <a:avLst/>
          </a:prstGeom>
          <a:solidFill>
            <a:schemeClr val="accent5">
              <a:lumMod val="50000"/>
            </a:schemeClr>
          </a:solidFill>
        </p:spPr>
        <p:txBody>
          <a:bodyPr lIns="91436" tIns="91436" rIns="91436" bIns="91436" anchor="t" anchorCtr="0">
            <a:spAutoFit/>
          </a:bodyPr>
          <a:lstStyle>
            <a:lvl1pPr marL="0" indent="0" algn="ctr">
              <a:buNone/>
              <a:defRPr sz="2800" b="1" u="none" baseline="0">
                <a:solidFill>
                  <a:schemeClr val="bg1"/>
                </a:solidFill>
                <a:latin typeface="Century Gothic" panose="020B0502020202020204" pitchFamily="34" charset="0"/>
              </a:defRPr>
            </a:lvl1pPr>
          </a:lstStyle>
          <a:p>
            <a:pPr lvl="0"/>
            <a:r>
              <a:rPr lang="en-US" dirty="0"/>
              <a:t>(click to edit) INTRODUCTION or ABSTRACT</a:t>
            </a:r>
          </a:p>
        </p:txBody>
      </p:sp>
      <p:sp>
        <p:nvSpPr>
          <p:cNvPr id="20" name="Text Placeholder 5"/>
          <p:cNvSpPr>
            <a:spLocks noGrp="1"/>
          </p:cNvSpPr>
          <p:nvPr>
            <p:ph type="body" sz="quarter" idx="20" hasCustomPrompt="1"/>
          </p:nvPr>
        </p:nvSpPr>
        <p:spPr>
          <a:xfrm>
            <a:off x="477825" y="13663873"/>
            <a:ext cx="10050462" cy="615545"/>
          </a:xfrm>
          <a:prstGeom prst="rect">
            <a:avLst/>
          </a:prstGeom>
          <a:solidFill>
            <a:schemeClr val="accent5">
              <a:lumMod val="50000"/>
            </a:schemeClr>
          </a:solidFill>
        </p:spPr>
        <p:txBody>
          <a:bodyPr wrap="square" lIns="91436" tIns="91436" rIns="91436" bIns="91436" anchor="t" anchorCtr="0">
            <a:spAutoFit/>
          </a:bodyPr>
          <a:lstStyle>
            <a:lvl1pPr marL="0" indent="0" algn="ctr">
              <a:buNone/>
              <a:defRPr sz="2800" b="1" u="none" baseline="0">
                <a:solidFill>
                  <a:schemeClr val="bg1"/>
                </a:solidFill>
                <a:latin typeface="Century Gothic" panose="020B0502020202020204" pitchFamily="34" charset="0"/>
              </a:defRPr>
            </a:lvl1pPr>
          </a:lstStyle>
          <a:p>
            <a:pPr lvl="0"/>
            <a:r>
              <a:rPr lang="en-US" dirty="0"/>
              <a:t>(click to edit)  OBJECTIVES</a:t>
            </a:r>
          </a:p>
        </p:txBody>
      </p:sp>
      <p:sp>
        <p:nvSpPr>
          <p:cNvPr id="21" name="Text Placeholder 3"/>
          <p:cNvSpPr>
            <a:spLocks noGrp="1"/>
          </p:cNvSpPr>
          <p:nvPr>
            <p:ph type="body" sz="quarter" idx="21" hasCustomPrompt="1"/>
          </p:nvPr>
        </p:nvSpPr>
        <p:spPr>
          <a:xfrm>
            <a:off x="11460161" y="5829841"/>
            <a:ext cx="10048874" cy="738642"/>
          </a:xfrm>
          <a:prstGeom prst="rect">
            <a:avLst/>
          </a:prstGeom>
        </p:spPr>
        <p:txBody>
          <a:bodyPr wrap="square" lIns="228589" tIns="228589" rIns="228589" bIns="228589" anchor="t" anchorCtr="0">
            <a:spAutoFit/>
          </a:bodyPr>
          <a:lstStyle>
            <a:lvl1pPr marL="0" indent="0">
              <a:buNone/>
              <a:defRPr sz="1800">
                <a:solidFill>
                  <a:schemeClr val="accent5">
                    <a:lumMod val="50000"/>
                  </a:schemeClr>
                </a:solidFill>
                <a:latin typeface="Century Gothic" panose="020B0502020202020204" pitchFamily="34" charset="0"/>
                <a:cs typeface="Times New Roman" pitchFamily="18" charset="0"/>
              </a:defRPr>
            </a:lvl1pPr>
            <a:lvl2pPr marL="1485825" indent="-571471">
              <a:defRPr sz="2500">
                <a:latin typeface="Trebuchet MS" pitchFamily="34" charset="0"/>
              </a:defRPr>
            </a:lvl2pPr>
            <a:lvl3pPr marL="2057297" indent="-571471">
              <a:defRPr sz="2500">
                <a:latin typeface="Trebuchet MS" pitchFamily="34" charset="0"/>
              </a:defRPr>
            </a:lvl3pPr>
            <a:lvl4pPr marL="2685916" indent="-628619">
              <a:defRPr sz="2500">
                <a:latin typeface="Trebuchet MS" pitchFamily="34" charset="0"/>
              </a:defRPr>
            </a:lvl4pPr>
            <a:lvl5pPr marL="3143093" indent="-457177">
              <a:defRPr sz="2500">
                <a:latin typeface="Trebuchet MS" pitchFamily="34" charset="0"/>
              </a:defRPr>
            </a:lvl5pPr>
          </a:lstStyle>
          <a:p>
            <a:pPr lvl="0"/>
            <a:r>
              <a:rPr lang="en-US" dirty="0"/>
              <a:t>Type in or paste your text here</a:t>
            </a:r>
          </a:p>
        </p:txBody>
      </p:sp>
      <p:sp>
        <p:nvSpPr>
          <p:cNvPr id="22" name="Text Placeholder 5"/>
          <p:cNvSpPr>
            <a:spLocks noGrp="1"/>
          </p:cNvSpPr>
          <p:nvPr>
            <p:ph type="body" sz="quarter" idx="22" hasCustomPrompt="1"/>
          </p:nvPr>
        </p:nvSpPr>
        <p:spPr>
          <a:xfrm>
            <a:off x="11460162" y="5000109"/>
            <a:ext cx="10048875" cy="615545"/>
          </a:xfrm>
          <a:prstGeom prst="rect">
            <a:avLst/>
          </a:prstGeom>
          <a:solidFill>
            <a:schemeClr val="accent5">
              <a:lumMod val="50000"/>
            </a:schemeClr>
          </a:solidFill>
        </p:spPr>
        <p:txBody>
          <a:bodyPr lIns="91436" tIns="91436" rIns="91436" bIns="91436" anchor="t" anchorCtr="0">
            <a:spAutoFit/>
          </a:bodyPr>
          <a:lstStyle>
            <a:lvl1pPr marL="0" indent="0" algn="ctr">
              <a:buNone/>
              <a:defRPr sz="2800" b="1" u="none" baseline="0">
                <a:solidFill>
                  <a:schemeClr val="bg1"/>
                </a:solidFill>
                <a:latin typeface="Century Gothic" panose="020B0502020202020204" pitchFamily="34" charset="0"/>
              </a:defRPr>
            </a:lvl1pPr>
          </a:lstStyle>
          <a:p>
            <a:pPr lvl="0"/>
            <a:r>
              <a:rPr lang="en-US" dirty="0"/>
              <a:t>(click to edit)  MATERIALS &amp; METHODS</a:t>
            </a:r>
          </a:p>
        </p:txBody>
      </p:sp>
      <p:sp>
        <p:nvSpPr>
          <p:cNvPr id="23" name="Text Placeholder 3"/>
          <p:cNvSpPr>
            <a:spLocks noGrp="1"/>
          </p:cNvSpPr>
          <p:nvPr>
            <p:ph type="body" sz="quarter" idx="23" hasCustomPrompt="1"/>
          </p:nvPr>
        </p:nvSpPr>
        <p:spPr>
          <a:xfrm>
            <a:off x="22385343" y="5829841"/>
            <a:ext cx="10048874" cy="738642"/>
          </a:xfrm>
          <a:prstGeom prst="rect">
            <a:avLst/>
          </a:prstGeom>
        </p:spPr>
        <p:txBody>
          <a:bodyPr wrap="square" lIns="228589" tIns="228589" rIns="228589" bIns="228589" anchor="t" anchorCtr="0">
            <a:spAutoFit/>
          </a:bodyPr>
          <a:lstStyle>
            <a:lvl1pPr marL="0" indent="0">
              <a:buNone/>
              <a:defRPr sz="1800">
                <a:solidFill>
                  <a:schemeClr val="accent5">
                    <a:lumMod val="50000"/>
                  </a:schemeClr>
                </a:solidFill>
                <a:latin typeface="Century Gothic" panose="020B0502020202020204" pitchFamily="34" charset="0"/>
                <a:cs typeface="Times New Roman" pitchFamily="18" charset="0"/>
              </a:defRPr>
            </a:lvl1pPr>
            <a:lvl2pPr marL="1485825" indent="-571471">
              <a:defRPr sz="2500">
                <a:latin typeface="Trebuchet MS" pitchFamily="34" charset="0"/>
              </a:defRPr>
            </a:lvl2pPr>
            <a:lvl3pPr marL="2057297" indent="-571471">
              <a:defRPr sz="2500">
                <a:latin typeface="Trebuchet MS" pitchFamily="34" charset="0"/>
              </a:defRPr>
            </a:lvl3pPr>
            <a:lvl4pPr marL="2685916" indent="-628619">
              <a:defRPr sz="2500">
                <a:latin typeface="Trebuchet MS" pitchFamily="34" charset="0"/>
              </a:defRPr>
            </a:lvl4pPr>
            <a:lvl5pPr marL="3143093" indent="-457177">
              <a:defRPr sz="2500">
                <a:latin typeface="Trebuchet MS" pitchFamily="34" charset="0"/>
              </a:defRPr>
            </a:lvl5pPr>
          </a:lstStyle>
          <a:p>
            <a:pPr lvl="0"/>
            <a:r>
              <a:rPr lang="en-US" dirty="0"/>
              <a:t>Type in or paste your text here</a:t>
            </a:r>
          </a:p>
        </p:txBody>
      </p:sp>
      <p:sp>
        <p:nvSpPr>
          <p:cNvPr id="24" name="Text Placeholder 5"/>
          <p:cNvSpPr>
            <a:spLocks noGrp="1"/>
          </p:cNvSpPr>
          <p:nvPr>
            <p:ph type="body" sz="quarter" idx="24" hasCustomPrompt="1"/>
          </p:nvPr>
        </p:nvSpPr>
        <p:spPr>
          <a:xfrm>
            <a:off x="22377404" y="5000109"/>
            <a:ext cx="10058400" cy="615545"/>
          </a:xfrm>
          <a:prstGeom prst="rect">
            <a:avLst/>
          </a:prstGeom>
          <a:solidFill>
            <a:schemeClr val="accent5">
              <a:lumMod val="50000"/>
            </a:schemeClr>
          </a:solidFill>
        </p:spPr>
        <p:txBody>
          <a:bodyPr lIns="91436" tIns="91436" rIns="91436" bIns="91436" anchor="t" anchorCtr="0">
            <a:spAutoFit/>
          </a:bodyPr>
          <a:lstStyle>
            <a:lvl1pPr marL="0" indent="0" algn="ctr">
              <a:buNone/>
              <a:defRPr sz="2800" b="1" u="none" baseline="0">
                <a:solidFill>
                  <a:schemeClr val="bg1"/>
                </a:solidFill>
                <a:latin typeface="Century Gothic" panose="020B0502020202020204" pitchFamily="34" charset="0"/>
              </a:defRPr>
            </a:lvl1pPr>
          </a:lstStyle>
          <a:p>
            <a:pPr lvl="0"/>
            <a:r>
              <a:rPr lang="en-US" dirty="0"/>
              <a:t>(click to edit)  RESULTS</a:t>
            </a:r>
          </a:p>
        </p:txBody>
      </p:sp>
      <p:sp>
        <p:nvSpPr>
          <p:cNvPr id="25" name="Text Placeholder 5"/>
          <p:cNvSpPr>
            <a:spLocks noGrp="1"/>
          </p:cNvSpPr>
          <p:nvPr>
            <p:ph type="body" sz="quarter" idx="25" hasCustomPrompt="1"/>
          </p:nvPr>
        </p:nvSpPr>
        <p:spPr>
          <a:xfrm>
            <a:off x="33390292" y="5000109"/>
            <a:ext cx="10047018" cy="615545"/>
          </a:xfrm>
          <a:prstGeom prst="rect">
            <a:avLst/>
          </a:prstGeom>
          <a:solidFill>
            <a:schemeClr val="accent5">
              <a:lumMod val="50000"/>
            </a:schemeClr>
          </a:solidFill>
        </p:spPr>
        <p:txBody>
          <a:bodyPr wrap="square" lIns="91436" tIns="91436" rIns="91436" bIns="91436" anchor="t" anchorCtr="0">
            <a:spAutoFit/>
          </a:bodyPr>
          <a:lstStyle>
            <a:lvl1pPr marL="0" indent="0" algn="ctr">
              <a:buNone/>
              <a:defRPr sz="2800" b="1" u="none" baseline="0">
                <a:solidFill>
                  <a:schemeClr val="bg1"/>
                </a:solidFill>
                <a:latin typeface="Century Gothic" panose="020B0502020202020204" pitchFamily="34" charset="0"/>
              </a:defRPr>
            </a:lvl1pPr>
          </a:lstStyle>
          <a:p>
            <a:pPr lvl="0"/>
            <a:r>
              <a:rPr lang="en-US" dirty="0"/>
              <a:t>(click to edit)  CONCLUSIONS</a:t>
            </a:r>
          </a:p>
        </p:txBody>
      </p:sp>
      <p:sp>
        <p:nvSpPr>
          <p:cNvPr id="26" name="Text Placeholder 3"/>
          <p:cNvSpPr>
            <a:spLocks noGrp="1"/>
          </p:cNvSpPr>
          <p:nvPr>
            <p:ph type="body" sz="quarter" idx="26" hasCustomPrompt="1"/>
          </p:nvPr>
        </p:nvSpPr>
        <p:spPr>
          <a:xfrm>
            <a:off x="33390292" y="5829841"/>
            <a:ext cx="10047018" cy="738642"/>
          </a:xfrm>
          <a:prstGeom prst="rect">
            <a:avLst/>
          </a:prstGeom>
        </p:spPr>
        <p:txBody>
          <a:bodyPr wrap="square" lIns="228589" tIns="228589" rIns="228589" bIns="228589" anchor="t" anchorCtr="0">
            <a:spAutoFit/>
          </a:bodyPr>
          <a:lstStyle>
            <a:lvl1pPr marL="0" indent="0">
              <a:buNone/>
              <a:defRPr sz="1800">
                <a:solidFill>
                  <a:schemeClr val="accent5">
                    <a:lumMod val="50000"/>
                  </a:schemeClr>
                </a:solidFill>
                <a:latin typeface="Century Gothic" panose="020B0502020202020204" pitchFamily="34" charset="0"/>
                <a:cs typeface="Times New Roman" pitchFamily="18" charset="0"/>
              </a:defRPr>
            </a:lvl1pPr>
            <a:lvl2pPr marL="1485825" indent="-571471">
              <a:defRPr sz="2500">
                <a:latin typeface="Trebuchet MS" pitchFamily="34" charset="0"/>
              </a:defRPr>
            </a:lvl2pPr>
            <a:lvl3pPr marL="2057297" indent="-571471">
              <a:defRPr sz="2500">
                <a:latin typeface="Trebuchet MS" pitchFamily="34" charset="0"/>
              </a:defRPr>
            </a:lvl3pPr>
            <a:lvl4pPr marL="2685916" indent="-628619">
              <a:defRPr sz="2500">
                <a:latin typeface="Trebuchet MS" pitchFamily="34" charset="0"/>
              </a:defRPr>
            </a:lvl4pPr>
            <a:lvl5pPr marL="3143093" indent="-457177">
              <a:defRPr sz="2500">
                <a:latin typeface="Trebuchet MS" pitchFamily="34" charset="0"/>
              </a:defRPr>
            </a:lvl5pPr>
          </a:lstStyle>
          <a:p>
            <a:pPr lvl="0"/>
            <a:r>
              <a:rPr lang="en-US" dirty="0"/>
              <a:t>Type in or paste your text here</a:t>
            </a:r>
          </a:p>
        </p:txBody>
      </p:sp>
      <p:sp>
        <p:nvSpPr>
          <p:cNvPr id="27" name="Text Placeholder 5"/>
          <p:cNvSpPr>
            <a:spLocks noGrp="1"/>
          </p:cNvSpPr>
          <p:nvPr>
            <p:ph type="body" sz="quarter" idx="27" hasCustomPrompt="1"/>
          </p:nvPr>
        </p:nvSpPr>
        <p:spPr>
          <a:xfrm>
            <a:off x="33390292" y="13724098"/>
            <a:ext cx="10047018" cy="615545"/>
          </a:xfrm>
          <a:prstGeom prst="rect">
            <a:avLst/>
          </a:prstGeom>
          <a:solidFill>
            <a:schemeClr val="accent5">
              <a:lumMod val="50000"/>
            </a:schemeClr>
          </a:solidFill>
        </p:spPr>
        <p:txBody>
          <a:bodyPr wrap="square" lIns="91436" tIns="91436" rIns="91436" bIns="91436" anchor="t" anchorCtr="0">
            <a:spAutoFit/>
          </a:bodyPr>
          <a:lstStyle>
            <a:lvl1pPr marL="0" indent="0" algn="ctr">
              <a:buNone/>
              <a:defRPr sz="2800" b="1" u="none" baseline="0">
                <a:solidFill>
                  <a:schemeClr val="bg1"/>
                </a:solidFill>
                <a:latin typeface="Century Gothic" panose="020B0502020202020204" pitchFamily="34" charset="0"/>
              </a:defRPr>
            </a:lvl1pPr>
          </a:lstStyle>
          <a:p>
            <a:pPr lvl="0"/>
            <a:r>
              <a:rPr lang="en-US" dirty="0"/>
              <a:t>(click to edit)  REFERENCES</a:t>
            </a:r>
          </a:p>
        </p:txBody>
      </p:sp>
      <p:sp>
        <p:nvSpPr>
          <p:cNvPr id="28" name="Text Placeholder 3"/>
          <p:cNvSpPr>
            <a:spLocks noGrp="1"/>
          </p:cNvSpPr>
          <p:nvPr>
            <p:ph type="body" sz="quarter" idx="28" hasCustomPrompt="1"/>
          </p:nvPr>
        </p:nvSpPr>
        <p:spPr>
          <a:xfrm>
            <a:off x="33390292" y="14462762"/>
            <a:ext cx="10052050" cy="738642"/>
          </a:xfrm>
          <a:prstGeom prst="rect">
            <a:avLst/>
          </a:prstGeom>
        </p:spPr>
        <p:txBody>
          <a:bodyPr wrap="square" lIns="228589" tIns="228589" rIns="228589" bIns="228589" anchor="t" anchorCtr="0">
            <a:spAutoFit/>
          </a:bodyPr>
          <a:lstStyle>
            <a:lvl1pPr marL="0" indent="0">
              <a:buNone/>
              <a:defRPr sz="1800">
                <a:solidFill>
                  <a:schemeClr val="accent5">
                    <a:lumMod val="50000"/>
                  </a:schemeClr>
                </a:solidFill>
                <a:latin typeface="Century Gothic" panose="020B0502020202020204" pitchFamily="34" charset="0"/>
                <a:cs typeface="Times New Roman" pitchFamily="18" charset="0"/>
              </a:defRPr>
            </a:lvl1pPr>
            <a:lvl2pPr marL="1485825" indent="-571471">
              <a:defRPr sz="2500">
                <a:latin typeface="Trebuchet MS" pitchFamily="34" charset="0"/>
              </a:defRPr>
            </a:lvl2pPr>
            <a:lvl3pPr marL="2057297" indent="-571471">
              <a:defRPr sz="2500">
                <a:latin typeface="Trebuchet MS" pitchFamily="34" charset="0"/>
              </a:defRPr>
            </a:lvl3pPr>
            <a:lvl4pPr marL="2685916" indent="-628619">
              <a:defRPr sz="2500">
                <a:latin typeface="Trebuchet MS" pitchFamily="34" charset="0"/>
              </a:defRPr>
            </a:lvl4pPr>
            <a:lvl5pPr marL="3143093" indent="-457177">
              <a:defRPr sz="2500">
                <a:latin typeface="Trebuchet MS" pitchFamily="34" charset="0"/>
              </a:defRPr>
            </a:lvl5pPr>
          </a:lstStyle>
          <a:p>
            <a:pPr lvl="0"/>
            <a:r>
              <a:rPr lang="en-US" dirty="0"/>
              <a:t>Type in or paste your text here</a:t>
            </a:r>
          </a:p>
        </p:txBody>
      </p:sp>
      <p:sp>
        <p:nvSpPr>
          <p:cNvPr id="29" name="Text Placeholder 5"/>
          <p:cNvSpPr>
            <a:spLocks noGrp="1"/>
          </p:cNvSpPr>
          <p:nvPr>
            <p:ph type="body" sz="quarter" idx="29" hasCustomPrompt="1"/>
          </p:nvPr>
        </p:nvSpPr>
        <p:spPr>
          <a:xfrm>
            <a:off x="33390292" y="25130761"/>
            <a:ext cx="10047018" cy="615545"/>
          </a:xfrm>
          <a:prstGeom prst="rect">
            <a:avLst/>
          </a:prstGeom>
          <a:solidFill>
            <a:schemeClr val="accent5">
              <a:lumMod val="50000"/>
            </a:schemeClr>
          </a:solidFill>
        </p:spPr>
        <p:txBody>
          <a:bodyPr wrap="square" lIns="91436" tIns="91436" rIns="91436" bIns="91436" anchor="t" anchorCtr="0">
            <a:spAutoFit/>
          </a:bodyPr>
          <a:lstStyle>
            <a:lvl1pPr marL="0" indent="0" algn="ctr">
              <a:buNone/>
              <a:defRPr sz="2800" b="1" u="none" baseline="0">
                <a:solidFill>
                  <a:schemeClr val="bg1"/>
                </a:solidFill>
                <a:latin typeface="Century Gothic" panose="020B0502020202020204" pitchFamily="34" charset="0"/>
              </a:defRPr>
            </a:lvl1pPr>
          </a:lstStyle>
          <a:p>
            <a:pPr lvl="0"/>
            <a:r>
              <a:rPr lang="en-US" dirty="0"/>
              <a:t>(click to edit)  ACKNOWLEDGEMENTS or  CONTACT</a:t>
            </a:r>
          </a:p>
        </p:txBody>
      </p:sp>
      <p:sp>
        <p:nvSpPr>
          <p:cNvPr id="30" name="Text Placeholder 3"/>
          <p:cNvSpPr>
            <a:spLocks noGrp="1"/>
          </p:cNvSpPr>
          <p:nvPr>
            <p:ph type="body" sz="quarter" idx="30" hasCustomPrompt="1"/>
          </p:nvPr>
        </p:nvSpPr>
        <p:spPr>
          <a:xfrm>
            <a:off x="33390292" y="25884806"/>
            <a:ext cx="10052050" cy="738642"/>
          </a:xfrm>
          <a:prstGeom prst="rect">
            <a:avLst/>
          </a:prstGeom>
        </p:spPr>
        <p:txBody>
          <a:bodyPr wrap="square" lIns="228589" tIns="228589" rIns="228589" bIns="228589" anchor="t" anchorCtr="0">
            <a:spAutoFit/>
          </a:bodyPr>
          <a:lstStyle>
            <a:lvl1pPr marL="0" indent="0">
              <a:buNone/>
              <a:defRPr sz="1800">
                <a:solidFill>
                  <a:schemeClr val="accent5">
                    <a:lumMod val="50000"/>
                  </a:schemeClr>
                </a:solidFill>
                <a:latin typeface="Century Gothic" panose="020B0502020202020204" pitchFamily="34" charset="0"/>
                <a:cs typeface="Times New Roman" pitchFamily="18" charset="0"/>
              </a:defRPr>
            </a:lvl1pPr>
            <a:lvl2pPr marL="1485825" indent="-571471">
              <a:defRPr sz="2500">
                <a:latin typeface="Trebuchet MS" pitchFamily="34" charset="0"/>
              </a:defRPr>
            </a:lvl2pPr>
            <a:lvl3pPr marL="2057297" indent="-571471">
              <a:defRPr sz="2500">
                <a:latin typeface="Trebuchet MS" pitchFamily="34" charset="0"/>
              </a:defRPr>
            </a:lvl3pPr>
            <a:lvl4pPr marL="2685916" indent="-628619">
              <a:defRPr sz="2500">
                <a:latin typeface="Trebuchet MS" pitchFamily="34" charset="0"/>
              </a:defRPr>
            </a:lvl4pPr>
            <a:lvl5pPr marL="3143093" indent="-457177">
              <a:defRPr sz="2500">
                <a:latin typeface="Trebuchet MS" pitchFamily="34" charset="0"/>
              </a:defRPr>
            </a:lvl5pPr>
          </a:lstStyle>
          <a:p>
            <a:pPr lvl="0"/>
            <a:r>
              <a:rPr lang="en-US" dirty="0"/>
              <a:t>Type in or paste your text here</a:t>
            </a:r>
          </a:p>
        </p:txBody>
      </p:sp>
      <p:sp>
        <p:nvSpPr>
          <p:cNvPr id="60" name="Text Placeholder 3"/>
          <p:cNvSpPr>
            <a:spLocks noGrp="1"/>
          </p:cNvSpPr>
          <p:nvPr>
            <p:ph type="body" sz="quarter" idx="96" hasCustomPrompt="1"/>
          </p:nvPr>
        </p:nvSpPr>
        <p:spPr>
          <a:xfrm>
            <a:off x="459674" y="14402912"/>
            <a:ext cx="10056813" cy="738642"/>
          </a:xfrm>
          <a:prstGeom prst="rect">
            <a:avLst/>
          </a:prstGeom>
        </p:spPr>
        <p:txBody>
          <a:bodyPr wrap="square" lIns="228589" tIns="228589" rIns="228589" bIns="228589" anchor="t" anchorCtr="0">
            <a:spAutoFit/>
          </a:bodyPr>
          <a:lstStyle>
            <a:lvl1pPr marL="0" indent="0">
              <a:buNone/>
              <a:defRPr sz="1800">
                <a:solidFill>
                  <a:schemeClr val="accent5">
                    <a:lumMod val="50000"/>
                  </a:schemeClr>
                </a:solidFill>
                <a:latin typeface="Century Gothic" panose="020B0502020202020204" pitchFamily="34" charset="0"/>
                <a:cs typeface="Times New Roman" pitchFamily="18" charset="0"/>
              </a:defRPr>
            </a:lvl1pPr>
            <a:lvl2pPr marL="1485825" indent="-571471">
              <a:defRPr sz="2500">
                <a:latin typeface="Trebuchet MS" pitchFamily="34" charset="0"/>
              </a:defRPr>
            </a:lvl2pPr>
            <a:lvl3pPr marL="2057297" indent="-571471">
              <a:defRPr sz="2500">
                <a:latin typeface="Trebuchet MS" pitchFamily="34" charset="0"/>
              </a:defRPr>
            </a:lvl3pPr>
            <a:lvl4pPr marL="2685916" indent="-628619">
              <a:defRPr sz="2500">
                <a:latin typeface="Trebuchet MS" pitchFamily="34" charset="0"/>
              </a:defRPr>
            </a:lvl4pPr>
            <a:lvl5pPr marL="3143093" indent="-457177">
              <a:defRPr sz="2500">
                <a:latin typeface="Trebuchet MS" pitchFamily="34" charset="0"/>
              </a:defRPr>
            </a:lvl5pPr>
          </a:lstStyle>
          <a:p>
            <a:pPr lvl="0"/>
            <a:r>
              <a:rPr lang="en-US" dirty="0"/>
              <a:t>Type in or paste your text here</a:t>
            </a:r>
          </a:p>
        </p:txBody>
      </p:sp>
      <p:sp>
        <p:nvSpPr>
          <p:cNvPr id="77" name="Text Placeholder 76"/>
          <p:cNvSpPr>
            <a:spLocks noGrp="1"/>
          </p:cNvSpPr>
          <p:nvPr>
            <p:ph type="body" sz="quarter" idx="150" hasCustomPrompt="1"/>
          </p:nvPr>
        </p:nvSpPr>
        <p:spPr>
          <a:xfrm>
            <a:off x="5932593" y="2505788"/>
            <a:ext cx="31998968" cy="523220"/>
          </a:xfrm>
          <a:prstGeom prst="rect">
            <a:avLst/>
          </a:prstGeom>
        </p:spPr>
        <p:txBody>
          <a:bodyPr anchor="t" anchorCtr="0">
            <a:spAutoFit/>
          </a:bodyPr>
          <a:lstStyle>
            <a:lvl1pPr marL="0" indent="0" algn="ctr">
              <a:buFontTx/>
              <a:buNone/>
              <a:defRPr sz="2800">
                <a:solidFill>
                  <a:schemeClr val="bg1"/>
                </a:solidFill>
                <a:latin typeface="Century Gothic" panose="020B0502020202020204" pitchFamily="34" charset="0"/>
              </a:defRPr>
            </a:lvl1pPr>
            <a:lvl2pPr>
              <a:buFontTx/>
              <a:buNone/>
              <a:defRPr sz="7200"/>
            </a:lvl2pPr>
            <a:lvl3pPr>
              <a:buFontTx/>
              <a:buNone/>
              <a:defRPr sz="7200"/>
            </a:lvl3pPr>
            <a:lvl4pPr>
              <a:buFontTx/>
              <a:buNone/>
              <a:defRPr sz="7200"/>
            </a:lvl4pPr>
            <a:lvl5pPr>
              <a:buFontTx/>
              <a:buNone/>
              <a:defRPr sz="7200"/>
            </a:lvl5pPr>
          </a:lstStyle>
          <a:p>
            <a:pPr lvl="0"/>
            <a:r>
              <a:rPr lang="en-US" dirty="0"/>
              <a:t>Click here to add affiliations</a:t>
            </a:r>
          </a:p>
        </p:txBody>
      </p:sp>
      <p:sp>
        <p:nvSpPr>
          <p:cNvPr id="78" name="Text Placeholder 76"/>
          <p:cNvSpPr>
            <a:spLocks noGrp="1"/>
          </p:cNvSpPr>
          <p:nvPr>
            <p:ph type="body" sz="quarter" idx="151" hasCustomPrompt="1"/>
          </p:nvPr>
        </p:nvSpPr>
        <p:spPr>
          <a:xfrm>
            <a:off x="5932593" y="1562745"/>
            <a:ext cx="31998968" cy="769441"/>
          </a:xfrm>
          <a:prstGeom prst="rect">
            <a:avLst/>
          </a:prstGeom>
        </p:spPr>
        <p:txBody>
          <a:bodyPr anchor="t" anchorCtr="0">
            <a:spAutoFit/>
          </a:bodyPr>
          <a:lstStyle>
            <a:lvl1pPr marL="0" indent="0" algn="ctr">
              <a:buFontTx/>
              <a:buNone/>
              <a:defRPr sz="4400">
                <a:solidFill>
                  <a:schemeClr val="bg1"/>
                </a:solidFill>
                <a:latin typeface="Century Gothic" panose="020B0502020202020204" pitchFamily="34" charset="0"/>
              </a:defRPr>
            </a:lvl1pPr>
            <a:lvl2pPr>
              <a:buFontTx/>
              <a:buNone/>
              <a:defRPr sz="7200"/>
            </a:lvl2pPr>
            <a:lvl3pPr>
              <a:buFontTx/>
              <a:buNone/>
              <a:defRPr sz="7200"/>
            </a:lvl3pPr>
            <a:lvl4pPr>
              <a:buFontTx/>
              <a:buNone/>
              <a:defRPr sz="7200"/>
            </a:lvl4pPr>
            <a:lvl5pPr>
              <a:buFontTx/>
              <a:buNone/>
              <a:defRPr sz="7200"/>
            </a:lvl5pPr>
          </a:lstStyle>
          <a:p>
            <a:pPr lvl="0"/>
            <a:r>
              <a:rPr lang="en-US" dirty="0"/>
              <a:t>Click here to add authors</a:t>
            </a:r>
          </a:p>
        </p:txBody>
      </p:sp>
      <p:sp>
        <p:nvSpPr>
          <p:cNvPr id="79" name="Text Placeholder 76"/>
          <p:cNvSpPr>
            <a:spLocks noGrp="1"/>
          </p:cNvSpPr>
          <p:nvPr>
            <p:ph type="body" sz="quarter" idx="153" hasCustomPrompt="1"/>
          </p:nvPr>
        </p:nvSpPr>
        <p:spPr>
          <a:xfrm>
            <a:off x="5932593" y="465813"/>
            <a:ext cx="31998968" cy="923330"/>
          </a:xfrm>
          <a:prstGeom prst="rect">
            <a:avLst/>
          </a:prstGeom>
        </p:spPr>
        <p:txBody>
          <a:bodyPr anchor="t" anchorCtr="0">
            <a:spAutoFit/>
          </a:bodyPr>
          <a:lstStyle>
            <a:lvl1pPr marL="0" indent="0" algn="ctr">
              <a:buFontTx/>
              <a:buNone/>
              <a:defRPr sz="5400" b="1">
                <a:solidFill>
                  <a:schemeClr val="bg1"/>
                </a:solidFill>
                <a:latin typeface="Century Gothic" panose="020B0502020202020204" pitchFamily="34" charset="0"/>
              </a:defRPr>
            </a:lvl1pPr>
            <a:lvl2pPr>
              <a:buFontTx/>
              <a:buNone/>
              <a:defRPr sz="7200"/>
            </a:lvl2pPr>
            <a:lvl3pPr>
              <a:buFontTx/>
              <a:buNone/>
              <a:defRPr sz="7200"/>
            </a:lvl3pPr>
            <a:lvl4pPr>
              <a:buFontTx/>
              <a:buNone/>
              <a:defRPr sz="7200"/>
            </a:lvl4pPr>
            <a:lvl5pPr>
              <a:buFontTx/>
              <a:buNone/>
              <a:defRPr sz="7200"/>
            </a:lvl5pPr>
          </a:lstStyle>
          <a:p>
            <a:pPr lvl="0"/>
            <a:r>
              <a:rPr lang="en-US" dirty="0"/>
              <a:t>Click here to add title</a:t>
            </a: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userDrawn="1">
  <p:cSld name="Without guides">
    <p:spTree>
      <p:nvGrpSpPr>
        <p:cNvPr id="1" name=""/>
        <p:cNvGrpSpPr/>
        <p:nvPr/>
      </p:nvGrpSpPr>
      <p:grpSpPr>
        <a:xfrm>
          <a:off x="0" y="0"/>
          <a:ext cx="0" cy="0"/>
          <a:chOff x="0" y="0"/>
          <a:chExt cx="0" cy="0"/>
        </a:xfrm>
      </p:grpSpPr>
      <p:sp>
        <p:nvSpPr>
          <p:cNvPr id="4" name="Text Placeholder 3"/>
          <p:cNvSpPr>
            <a:spLocks noGrp="1"/>
          </p:cNvSpPr>
          <p:nvPr>
            <p:ph type="body" sz="quarter" idx="10" hasCustomPrompt="1"/>
          </p:nvPr>
        </p:nvSpPr>
        <p:spPr>
          <a:xfrm>
            <a:off x="459674" y="6378481"/>
            <a:ext cx="10056813" cy="846363"/>
          </a:xfrm>
          <a:prstGeom prst="rect">
            <a:avLst/>
          </a:prstGeom>
        </p:spPr>
        <p:txBody>
          <a:bodyPr wrap="square" lIns="228589" tIns="228589" rIns="228589" bIns="228589">
            <a:spAutoFit/>
          </a:bodyPr>
          <a:lstStyle>
            <a:lvl1pPr marL="0" indent="0">
              <a:buNone/>
              <a:defRPr sz="2500">
                <a:solidFill>
                  <a:schemeClr val="accent5">
                    <a:lumMod val="50000"/>
                  </a:schemeClr>
                </a:solidFill>
                <a:latin typeface="Times New Roman" pitchFamily="18" charset="0"/>
                <a:cs typeface="Times New Roman" pitchFamily="18" charset="0"/>
              </a:defRPr>
            </a:lvl1pPr>
            <a:lvl2pPr marL="1485825" indent="-571471">
              <a:defRPr sz="2500">
                <a:latin typeface="Trebuchet MS" pitchFamily="34" charset="0"/>
              </a:defRPr>
            </a:lvl2pPr>
            <a:lvl3pPr marL="2057297" indent="-571471">
              <a:defRPr sz="2500">
                <a:latin typeface="Trebuchet MS" pitchFamily="34" charset="0"/>
              </a:defRPr>
            </a:lvl3pPr>
            <a:lvl4pPr marL="2685916" indent="-628619">
              <a:defRPr sz="2500">
                <a:latin typeface="Trebuchet MS" pitchFamily="34" charset="0"/>
              </a:defRPr>
            </a:lvl4pPr>
            <a:lvl5pPr marL="3143093" indent="-457177">
              <a:defRPr sz="2500">
                <a:latin typeface="Trebuchet MS" pitchFamily="34" charset="0"/>
              </a:defRPr>
            </a:lvl5pPr>
          </a:lstStyle>
          <a:p>
            <a:pPr lvl="0"/>
            <a:r>
              <a:rPr lang="en-US" dirty="0"/>
              <a:t>Type in or paste your text here</a:t>
            </a:r>
          </a:p>
        </p:txBody>
      </p:sp>
      <p:sp>
        <p:nvSpPr>
          <p:cNvPr id="6" name="Text Placeholder 5"/>
          <p:cNvSpPr>
            <a:spLocks noGrp="1"/>
          </p:cNvSpPr>
          <p:nvPr>
            <p:ph type="body" sz="quarter" idx="11" hasCustomPrompt="1"/>
          </p:nvPr>
        </p:nvSpPr>
        <p:spPr>
          <a:xfrm>
            <a:off x="477827" y="5548749"/>
            <a:ext cx="10048875" cy="754045"/>
          </a:xfrm>
          <a:prstGeom prst="rect">
            <a:avLst/>
          </a:prstGeom>
          <a:noFill/>
        </p:spPr>
        <p:txBody>
          <a:bodyPr lIns="91436" tIns="91436" rIns="91436" bIns="91436" anchor="ctr" anchorCtr="0">
            <a:spAutoFit/>
          </a:bodyPr>
          <a:lstStyle>
            <a:lvl1pPr marL="0" indent="0" algn="ctr">
              <a:buNone/>
              <a:defRPr sz="3700" b="1" u="sng" baseline="0">
                <a:solidFill>
                  <a:schemeClr val="accent5">
                    <a:lumMod val="50000"/>
                  </a:schemeClr>
                </a:solidFill>
              </a:defRPr>
            </a:lvl1pPr>
          </a:lstStyle>
          <a:p>
            <a:pPr lvl="0"/>
            <a:r>
              <a:rPr lang="en-US" dirty="0"/>
              <a:t>(click to edit) INTRODUCTION or ABSTRACT</a:t>
            </a:r>
          </a:p>
        </p:txBody>
      </p:sp>
      <p:sp>
        <p:nvSpPr>
          <p:cNvPr id="20" name="Text Placeholder 5"/>
          <p:cNvSpPr>
            <a:spLocks noGrp="1"/>
          </p:cNvSpPr>
          <p:nvPr>
            <p:ph type="body" sz="quarter" idx="20" hasCustomPrompt="1"/>
          </p:nvPr>
        </p:nvSpPr>
        <p:spPr>
          <a:xfrm>
            <a:off x="477825" y="14212513"/>
            <a:ext cx="10050462" cy="754045"/>
          </a:xfrm>
          <a:prstGeom prst="rect">
            <a:avLst/>
          </a:prstGeom>
          <a:noFill/>
        </p:spPr>
        <p:txBody>
          <a:bodyPr wrap="square" lIns="91436" tIns="91436" rIns="91436" bIns="91436" anchor="ctr" anchorCtr="0">
            <a:spAutoFit/>
          </a:bodyPr>
          <a:lstStyle>
            <a:lvl1pPr marL="0" indent="0" algn="ctr">
              <a:buNone/>
              <a:defRPr sz="3700" b="1" u="sng" baseline="0">
                <a:solidFill>
                  <a:schemeClr val="accent5">
                    <a:lumMod val="50000"/>
                  </a:schemeClr>
                </a:solidFill>
              </a:defRPr>
            </a:lvl1pPr>
          </a:lstStyle>
          <a:p>
            <a:pPr lvl="0"/>
            <a:r>
              <a:rPr lang="en-US" dirty="0"/>
              <a:t>(click to edit)  OBJECTIVES</a:t>
            </a:r>
          </a:p>
        </p:txBody>
      </p:sp>
      <p:sp>
        <p:nvSpPr>
          <p:cNvPr id="21" name="Text Placeholder 3"/>
          <p:cNvSpPr>
            <a:spLocks noGrp="1"/>
          </p:cNvSpPr>
          <p:nvPr>
            <p:ph type="body" sz="quarter" idx="21" hasCustomPrompt="1"/>
          </p:nvPr>
        </p:nvSpPr>
        <p:spPr>
          <a:xfrm>
            <a:off x="11460161" y="6378481"/>
            <a:ext cx="10048874" cy="846363"/>
          </a:xfrm>
          <a:prstGeom prst="rect">
            <a:avLst/>
          </a:prstGeom>
        </p:spPr>
        <p:txBody>
          <a:bodyPr wrap="square" lIns="228589" tIns="228589" rIns="228589" bIns="228589">
            <a:spAutoFit/>
          </a:bodyPr>
          <a:lstStyle>
            <a:lvl1pPr marL="0" indent="0">
              <a:buNone/>
              <a:defRPr sz="2500">
                <a:solidFill>
                  <a:schemeClr val="accent5">
                    <a:lumMod val="50000"/>
                  </a:schemeClr>
                </a:solidFill>
                <a:latin typeface="Times New Roman" pitchFamily="18" charset="0"/>
                <a:cs typeface="Times New Roman" pitchFamily="18" charset="0"/>
              </a:defRPr>
            </a:lvl1pPr>
            <a:lvl2pPr marL="1485825" indent="-571471">
              <a:defRPr sz="2500">
                <a:latin typeface="Trebuchet MS" pitchFamily="34" charset="0"/>
              </a:defRPr>
            </a:lvl2pPr>
            <a:lvl3pPr marL="2057297" indent="-571471">
              <a:defRPr sz="2500">
                <a:latin typeface="Trebuchet MS" pitchFamily="34" charset="0"/>
              </a:defRPr>
            </a:lvl3pPr>
            <a:lvl4pPr marL="2685916" indent="-628619">
              <a:defRPr sz="2500">
                <a:latin typeface="Trebuchet MS" pitchFamily="34" charset="0"/>
              </a:defRPr>
            </a:lvl4pPr>
            <a:lvl5pPr marL="3143093" indent="-457177">
              <a:defRPr sz="2500">
                <a:latin typeface="Trebuchet MS" pitchFamily="34" charset="0"/>
              </a:defRPr>
            </a:lvl5pPr>
          </a:lstStyle>
          <a:p>
            <a:pPr lvl="0"/>
            <a:r>
              <a:rPr lang="en-US" dirty="0"/>
              <a:t>Type in or paste your text here</a:t>
            </a:r>
          </a:p>
        </p:txBody>
      </p:sp>
      <p:sp>
        <p:nvSpPr>
          <p:cNvPr id="22" name="Text Placeholder 5"/>
          <p:cNvSpPr>
            <a:spLocks noGrp="1"/>
          </p:cNvSpPr>
          <p:nvPr>
            <p:ph type="body" sz="quarter" idx="22" hasCustomPrompt="1"/>
          </p:nvPr>
        </p:nvSpPr>
        <p:spPr>
          <a:xfrm>
            <a:off x="11460162" y="5548749"/>
            <a:ext cx="10048875" cy="754045"/>
          </a:xfrm>
          <a:prstGeom prst="rect">
            <a:avLst/>
          </a:prstGeom>
          <a:noFill/>
        </p:spPr>
        <p:txBody>
          <a:bodyPr lIns="91436" tIns="91436" rIns="91436" bIns="91436" anchor="ctr" anchorCtr="0">
            <a:spAutoFit/>
          </a:bodyPr>
          <a:lstStyle>
            <a:lvl1pPr marL="0" indent="0" algn="ctr">
              <a:buNone/>
              <a:defRPr sz="3700" b="1" u="sng" baseline="0">
                <a:solidFill>
                  <a:schemeClr val="accent5">
                    <a:lumMod val="50000"/>
                  </a:schemeClr>
                </a:solidFill>
              </a:defRPr>
            </a:lvl1pPr>
          </a:lstStyle>
          <a:p>
            <a:pPr lvl="0"/>
            <a:r>
              <a:rPr lang="en-US" dirty="0"/>
              <a:t>(click to edit)  MATERIALS &amp; METHODS</a:t>
            </a:r>
          </a:p>
        </p:txBody>
      </p:sp>
      <p:sp>
        <p:nvSpPr>
          <p:cNvPr id="23" name="Text Placeholder 3"/>
          <p:cNvSpPr>
            <a:spLocks noGrp="1"/>
          </p:cNvSpPr>
          <p:nvPr>
            <p:ph type="body" sz="quarter" idx="23" hasCustomPrompt="1"/>
          </p:nvPr>
        </p:nvSpPr>
        <p:spPr>
          <a:xfrm>
            <a:off x="22385343" y="6378481"/>
            <a:ext cx="10048874" cy="846363"/>
          </a:xfrm>
          <a:prstGeom prst="rect">
            <a:avLst/>
          </a:prstGeom>
        </p:spPr>
        <p:txBody>
          <a:bodyPr wrap="square" lIns="228589" tIns="228589" rIns="228589" bIns="228589">
            <a:spAutoFit/>
          </a:bodyPr>
          <a:lstStyle>
            <a:lvl1pPr marL="0" indent="0">
              <a:buNone/>
              <a:defRPr sz="2500">
                <a:solidFill>
                  <a:schemeClr val="accent5">
                    <a:lumMod val="50000"/>
                  </a:schemeClr>
                </a:solidFill>
                <a:latin typeface="Times New Roman" pitchFamily="18" charset="0"/>
                <a:cs typeface="Times New Roman" pitchFamily="18" charset="0"/>
              </a:defRPr>
            </a:lvl1pPr>
            <a:lvl2pPr marL="1485825" indent="-571471">
              <a:defRPr sz="2500">
                <a:latin typeface="Trebuchet MS" pitchFamily="34" charset="0"/>
              </a:defRPr>
            </a:lvl2pPr>
            <a:lvl3pPr marL="2057297" indent="-571471">
              <a:defRPr sz="2500">
                <a:latin typeface="Trebuchet MS" pitchFamily="34" charset="0"/>
              </a:defRPr>
            </a:lvl3pPr>
            <a:lvl4pPr marL="2685916" indent="-628619">
              <a:defRPr sz="2500">
                <a:latin typeface="Trebuchet MS" pitchFamily="34" charset="0"/>
              </a:defRPr>
            </a:lvl4pPr>
            <a:lvl5pPr marL="3143093" indent="-457177">
              <a:defRPr sz="2500">
                <a:latin typeface="Trebuchet MS" pitchFamily="34" charset="0"/>
              </a:defRPr>
            </a:lvl5pPr>
          </a:lstStyle>
          <a:p>
            <a:pPr lvl="0"/>
            <a:r>
              <a:rPr lang="en-US" dirty="0"/>
              <a:t>Type in or paste your text here</a:t>
            </a:r>
          </a:p>
        </p:txBody>
      </p:sp>
      <p:sp>
        <p:nvSpPr>
          <p:cNvPr id="24" name="Text Placeholder 5"/>
          <p:cNvSpPr>
            <a:spLocks noGrp="1"/>
          </p:cNvSpPr>
          <p:nvPr>
            <p:ph type="body" sz="quarter" idx="24" hasCustomPrompt="1"/>
          </p:nvPr>
        </p:nvSpPr>
        <p:spPr>
          <a:xfrm>
            <a:off x="22377404" y="5548749"/>
            <a:ext cx="10058400" cy="754045"/>
          </a:xfrm>
          <a:prstGeom prst="rect">
            <a:avLst/>
          </a:prstGeom>
          <a:noFill/>
        </p:spPr>
        <p:txBody>
          <a:bodyPr lIns="91436" tIns="91436" rIns="91436" bIns="91436" anchor="ctr" anchorCtr="0">
            <a:spAutoFit/>
          </a:bodyPr>
          <a:lstStyle>
            <a:lvl1pPr marL="0" indent="0" algn="ctr">
              <a:buNone/>
              <a:defRPr sz="3700" b="1" u="sng" baseline="0">
                <a:solidFill>
                  <a:schemeClr val="accent5">
                    <a:lumMod val="50000"/>
                  </a:schemeClr>
                </a:solidFill>
              </a:defRPr>
            </a:lvl1pPr>
          </a:lstStyle>
          <a:p>
            <a:pPr lvl="0"/>
            <a:r>
              <a:rPr lang="en-US" dirty="0"/>
              <a:t>(click to edit)  RESULTS</a:t>
            </a:r>
          </a:p>
        </p:txBody>
      </p:sp>
      <p:sp>
        <p:nvSpPr>
          <p:cNvPr id="25" name="Text Placeholder 5"/>
          <p:cNvSpPr>
            <a:spLocks noGrp="1"/>
          </p:cNvSpPr>
          <p:nvPr>
            <p:ph type="body" sz="quarter" idx="25" hasCustomPrompt="1"/>
          </p:nvPr>
        </p:nvSpPr>
        <p:spPr>
          <a:xfrm>
            <a:off x="33390292" y="5548749"/>
            <a:ext cx="10047018" cy="754045"/>
          </a:xfrm>
          <a:prstGeom prst="rect">
            <a:avLst/>
          </a:prstGeom>
          <a:noFill/>
        </p:spPr>
        <p:txBody>
          <a:bodyPr wrap="square" lIns="91436" tIns="91436" rIns="91436" bIns="91436" anchor="ctr" anchorCtr="0">
            <a:spAutoFit/>
          </a:bodyPr>
          <a:lstStyle>
            <a:lvl1pPr marL="0" indent="0" algn="ctr">
              <a:buNone/>
              <a:defRPr sz="3700" b="1" u="sng" baseline="0">
                <a:solidFill>
                  <a:schemeClr val="accent5">
                    <a:lumMod val="50000"/>
                  </a:schemeClr>
                </a:solidFill>
              </a:defRPr>
            </a:lvl1pPr>
          </a:lstStyle>
          <a:p>
            <a:pPr lvl="0"/>
            <a:r>
              <a:rPr lang="en-US" dirty="0"/>
              <a:t>(click to edit)  CONCLUSIONS</a:t>
            </a:r>
          </a:p>
        </p:txBody>
      </p:sp>
      <p:sp>
        <p:nvSpPr>
          <p:cNvPr id="26" name="Text Placeholder 3"/>
          <p:cNvSpPr>
            <a:spLocks noGrp="1"/>
          </p:cNvSpPr>
          <p:nvPr>
            <p:ph type="body" sz="quarter" idx="26" hasCustomPrompt="1"/>
          </p:nvPr>
        </p:nvSpPr>
        <p:spPr>
          <a:xfrm>
            <a:off x="33390292" y="6378481"/>
            <a:ext cx="10047018" cy="846363"/>
          </a:xfrm>
          <a:prstGeom prst="rect">
            <a:avLst/>
          </a:prstGeom>
        </p:spPr>
        <p:txBody>
          <a:bodyPr wrap="square" lIns="228589" tIns="228589" rIns="228589" bIns="228589">
            <a:spAutoFit/>
          </a:bodyPr>
          <a:lstStyle>
            <a:lvl1pPr marL="0" indent="0">
              <a:buNone/>
              <a:defRPr sz="2500">
                <a:solidFill>
                  <a:schemeClr val="accent5">
                    <a:lumMod val="50000"/>
                  </a:schemeClr>
                </a:solidFill>
                <a:latin typeface="Times New Roman" pitchFamily="18" charset="0"/>
                <a:cs typeface="Times New Roman" pitchFamily="18" charset="0"/>
              </a:defRPr>
            </a:lvl1pPr>
            <a:lvl2pPr marL="1485825" indent="-571471">
              <a:defRPr sz="2500">
                <a:latin typeface="Trebuchet MS" pitchFamily="34" charset="0"/>
              </a:defRPr>
            </a:lvl2pPr>
            <a:lvl3pPr marL="2057297" indent="-571471">
              <a:defRPr sz="2500">
                <a:latin typeface="Trebuchet MS" pitchFamily="34" charset="0"/>
              </a:defRPr>
            </a:lvl3pPr>
            <a:lvl4pPr marL="2685916" indent="-628619">
              <a:defRPr sz="2500">
                <a:latin typeface="Trebuchet MS" pitchFamily="34" charset="0"/>
              </a:defRPr>
            </a:lvl4pPr>
            <a:lvl5pPr marL="3143093" indent="-457177">
              <a:defRPr sz="2500">
                <a:latin typeface="Trebuchet MS" pitchFamily="34" charset="0"/>
              </a:defRPr>
            </a:lvl5pPr>
          </a:lstStyle>
          <a:p>
            <a:pPr lvl="0"/>
            <a:r>
              <a:rPr lang="en-US" dirty="0"/>
              <a:t>Type in or paste your text here</a:t>
            </a:r>
          </a:p>
        </p:txBody>
      </p:sp>
      <p:sp>
        <p:nvSpPr>
          <p:cNvPr id="27" name="Text Placeholder 5"/>
          <p:cNvSpPr>
            <a:spLocks noGrp="1"/>
          </p:cNvSpPr>
          <p:nvPr>
            <p:ph type="body" sz="quarter" idx="27" hasCustomPrompt="1"/>
          </p:nvPr>
        </p:nvSpPr>
        <p:spPr>
          <a:xfrm>
            <a:off x="33390292" y="14272738"/>
            <a:ext cx="10047018" cy="754045"/>
          </a:xfrm>
          <a:prstGeom prst="rect">
            <a:avLst/>
          </a:prstGeom>
          <a:noFill/>
        </p:spPr>
        <p:txBody>
          <a:bodyPr wrap="square" lIns="91436" tIns="91436" rIns="91436" bIns="91436" anchor="ctr" anchorCtr="0">
            <a:spAutoFit/>
          </a:bodyPr>
          <a:lstStyle>
            <a:lvl1pPr marL="0" indent="0" algn="ctr">
              <a:buNone/>
              <a:defRPr sz="3700" b="1" u="sng" baseline="0">
                <a:solidFill>
                  <a:schemeClr val="accent5">
                    <a:lumMod val="50000"/>
                  </a:schemeClr>
                </a:solidFill>
              </a:defRPr>
            </a:lvl1pPr>
          </a:lstStyle>
          <a:p>
            <a:pPr lvl="0"/>
            <a:r>
              <a:rPr lang="en-US" dirty="0"/>
              <a:t>(click to edit)  REFERENCES</a:t>
            </a:r>
          </a:p>
        </p:txBody>
      </p:sp>
      <p:sp>
        <p:nvSpPr>
          <p:cNvPr id="28" name="Text Placeholder 3"/>
          <p:cNvSpPr>
            <a:spLocks noGrp="1"/>
          </p:cNvSpPr>
          <p:nvPr>
            <p:ph type="body" sz="quarter" idx="28" hasCustomPrompt="1"/>
          </p:nvPr>
        </p:nvSpPr>
        <p:spPr>
          <a:xfrm>
            <a:off x="33390292" y="15011402"/>
            <a:ext cx="10052050" cy="846363"/>
          </a:xfrm>
          <a:prstGeom prst="rect">
            <a:avLst/>
          </a:prstGeom>
        </p:spPr>
        <p:txBody>
          <a:bodyPr wrap="square" lIns="228589" tIns="228589" rIns="228589" bIns="228589">
            <a:spAutoFit/>
          </a:bodyPr>
          <a:lstStyle>
            <a:lvl1pPr marL="0" indent="0">
              <a:buNone/>
              <a:defRPr sz="2500">
                <a:solidFill>
                  <a:schemeClr val="accent5">
                    <a:lumMod val="50000"/>
                  </a:schemeClr>
                </a:solidFill>
                <a:latin typeface="Times New Roman" pitchFamily="18" charset="0"/>
                <a:cs typeface="Times New Roman" pitchFamily="18" charset="0"/>
              </a:defRPr>
            </a:lvl1pPr>
            <a:lvl2pPr marL="1485825" indent="-571471">
              <a:defRPr sz="2500">
                <a:latin typeface="Trebuchet MS" pitchFamily="34" charset="0"/>
              </a:defRPr>
            </a:lvl2pPr>
            <a:lvl3pPr marL="2057297" indent="-571471">
              <a:defRPr sz="2500">
                <a:latin typeface="Trebuchet MS" pitchFamily="34" charset="0"/>
              </a:defRPr>
            </a:lvl3pPr>
            <a:lvl4pPr marL="2685916" indent="-628619">
              <a:defRPr sz="2500">
                <a:latin typeface="Trebuchet MS" pitchFamily="34" charset="0"/>
              </a:defRPr>
            </a:lvl4pPr>
            <a:lvl5pPr marL="3143093" indent="-457177">
              <a:defRPr sz="2500">
                <a:latin typeface="Trebuchet MS" pitchFamily="34" charset="0"/>
              </a:defRPr>
            </a:lvl5pPr>
          </a:lstStyle>
          <a:p>
            <a:pPr lvl="0"/>
            <a:r>
              <a:rPr lang="en-US" dirty="0"/>
              <a:t>Type in or paste your text here</a:t>
            </a:r>
          </a:p>
        </p:txBody>
      </p:sp>
      <p:sp>
        <p:nvSpPr>
          <p:cNvPr id="29" name="Text Placeholder 5"/>
          <p:cNvSpPr>
            <a:spLocks noGrp="1"/>
          </p:cNvSpPr>
          <p:nvPr>
            <p:ph type="body" sz="quarter" idx="29" hasCustomPrompt="1"/>
          </p:nvPr>
        </p:nvSpPr>
        <p:spPr>
          <a:xfrm>
            <a:off x="33390292" y="25679401"/>
            <a:ext cx="10047018" cy="754045"/>
          </a:xfrm>
          <a:prstGeom prst="rect">
            <a:avLst/>
          </a:prstGeom>
          <a:noFill/>
        </p:spPr>
        <p:txBody>
          <a:bodyPr wrap="square" lIns="91436" tIns="91436" rIns="91436" bIns="91436" anchor="ctr" anchorCtr="0">
            <a:spAutoFit/>
          </a:bodyPr>
          <a:lstStyle>
            <a:lvl1pPr marL="0" indent="0" algn="ctr">
              <a:buNone/>
              <a:defRPr sz="3700" b="1" u="sng" baseline="0">
                <a:solidFill>
                  <a:schemeClr val="accent5">
                    <a:lumMod val="50000"/>
                  </a:schemeClr>
                </a:solidFill>
              </a:defRPr>
            </a:lvl1pPr>
          </a:lstStyle>
          <a:p>
            <a:pPr lvl="0"/>
            <a:r>
              <a:rPr lang="en-US" dirty="0"/>
              <a:t>(click to edit)  ACKNOWLEDGEMENTS or  CONTACT</a:t>
            </a:r>
          </a:p>
        </p:txBody>
      </p:sp>
      <p:sp>
        <p:nvSpPr>
          <p:cNvPr id="30" name="Text Placeholder 3"/>
          <p:cNvSpPr>
            <a:spLocks noGrp="1"/>
          </p:cNvSpPr>
          <p:nvPr>
            <p:ph type="body" sz="quarter" idx="30" hasCustomPrompt="1"/>
          </p:nvPr>
        </p:nvSpPr>
        <p:spPr>
          <a:xfrm>
            <a:off x="33390292" y="26433446"/>
            <a:ext cx="10052050" cy="846363"/>
          </a:xfrm>
          <a:prstGeom prst="rect">
            <a:avLst/>
          </a:prstGeom>
        </p:spPr>
        <p:txBody>
          <a:bodyPr wrap="square" lIns="228589" tIns="228589" rIns="228589" bIns="228589">
            <a:spAutoFit/>
          </a:bodyPr>
          <a:lstStyle>
            <a:lvl1pPr marL="0" indent="0">
              <a:buNone/>
              <a:defRPr sz="2500">
                <a:solidFill>
                  <a:schemeClr val="accent5">
                    <a:lumMod val="50000"/>
                  </a:schemeClr>
                </a:solidFill>
                <a:latin typeface="Times New Roman" pitchFamily="18" charset="0"/>
                <a:cs typeface="Times New Roman" pitchFamily="18" charset="0"/>
              </a:defRPr>
            </a:lvl1pPr>
            <a:lvl2pPr marL="1485825" indent="-571471">
              <a:defRPr sz="2500">
                <a:latin typeface="Trebuchet MS" pitchFamily="34" charset="0"/>
              </a:defRPr>
            </a:lvl2pPr>
            <a:lvl3pPr marL="2057297" indent="-571471">
              <a:defRPr sz="2500">
                <a:latin typeface="Trebuchet MS" pitchFamily="34" charset="0"/>
              </a:defRPr>
            </a:lvl3pPr>
            <a:lvl4pPr marL="2685916" indent="-628619">
              <a:defRPr sz="2500">
                <a:latin typeface="Trebuchet MS" pitchFamily="34" charset="0"/>
              </a:defRPr>
            </a:lvl4pPr>
            <a:lvl5pPr marL="3143093" indent="-457177">
              <a:defRPr sz="2500">
                <a:latin typeface="Trebuchet MS" pitchFamily="34" charset="0"/>
              </a:defRPr>
            </a:lvl5pPr>
          </a:lstStyle>
          <a:p>
            <a:pPr lvl="0"/>
            <a:r>
              <a:rPr lang="en-US" dirty="0"/>
              <a:t>Type in or paste your text here</a:t>
            </a:r>
          </a:p>
        </p:txBody>
      </p:sp>
      <p:sp>
        <p:nvSpPr>
          <p:cNvPr id="60" name="Text Placeholder 3"/>
          <p:cNvSpPr>
            <a:spLocks noGrp="1"/>
          </p:cNvSpPr>
          <p:nvPr>
            <p:ph type="body" sz="quarter" idx="96" hasCustomPrompt="1"/>
          </p:nvPr>
        </p:nvSpPr>
        <p:spPr>
          <a:xfrm>
            <a:off x="459674" y="14951552"/>
            <a:ext cx="10056813" cy="846363"/>
          </a:xfrm>
          <a:prstGeom prst="rect">
            <a:avLst/>
          </a:prstGeom>
        </p:spPr>
        <p:txBody>
          <a:bodyPr wrap="square" lIns="228589" tIns="228589" rIns="228589" bIns="228589">
            <a:spAutoFit/>
          </a:bodyPr>
          <a:lstStyle>
            <a:lvl1pPr marL="0" indent="0">
              <a:buNone/>
              <a:defRPr sz="2500">
                <a:solidFill>
                  <a:schemeClr val="accent5">
                    <a:lumMod val="50000"/>
                  </a:schemeClr>
                </a:solidFill>
                <a:latin typeface="Times New Roman" pitchFamily="18" charset="0"/>
                <a:cs typeface="Times New Roman" pitchFamily="18" charset="0"/>
              </a:defRPr>
            </a:lvl1pPr>
            <a:lvl2pPr marL="1485825" indent="-571471">
              <a:defRPr sz="2500">
                <a:latin typeface="Trebuchet MS" pitchFamily="34" charset="0"/>
              </a:defRPr>
            </a:lvl2pPr>
            <a:lvl3pPr marL="2057297" indent="-571471">
              <a:defRPr sz="2500">
                <a:latin typeface="Trebuchet MS" pitchFamily="34" charset="0"/>
              </a:defRPr>
            </a:lvl3pPr>
            <a:lvl4pPr marL="2685916" indent="-628619">
              <a:defRPr sz="2500">
                <a:latin typeface="Trebuchet MS" pitchFamily="34" charset="0"/>
              </a:defRPr>
            </a:lvl4pPr>
            <a:lvl5pPr marL="3143093" indent="-457177">
              <a:defRPr sz="2500">
                <a:latin typeface="Trebuchet MS" pitchFamily="34" charset="0"/>
              </a:defRPr>
            </a:lvl5pPr>
          </a:lstStyle>
          <a:p>
            <a:pPr lvl="0"/>
            <a:r>
              <a:rPr lang="en-US" dirty="0"/>
              <a:t>Type in or paste your text here</a:t>
            </a:r>
          </a:p>
        </p:txBody>
      </p:sp>
      <p:sp>
        <p:nvSpPr>
          <p:cNvPr id="77" name="Text Placeholder 76"/>
          <p:cNvSpPr>
            <a:spLocks noGrp="1"/>
          </p:cNvSpPr>
          <p:nvPr>
            <p:ph type="body" sz="quarter" idx="150" hasCustomPrompt="1"/>
          </p:nvPr>
        </p:nvSpPr>
        <p:spPr>
          <a:xfrm>
            <a:off x="5932593" y="3383947"/>
            <a:ext cx="31998968" cy="1280160"/>
          </a:xfrm>
          <a:prstGeom prst="rect">
            <a:avLst/>
          </a:prstGeom>
        </p:spPr>
        <p:txBody>
          <a:bodyPr>
            <a:normAutofit/>
          </a:bodyPr>
          <a:lstStyle>
            <a:lvl1pPr marL="0" indent="0" algn="ctr">
              <a:buFontTx/>
              <a:buNone/>
              <a:defRPr sz="6000">
                <a:solidFill>
                  <a:schemeClr val="accent5">
                    <a:lumMod val="50000"/>
                  </a:schemeClr>
                </a:solidFill>
                <a:latin typeface="+mj-lt"/>
              </a:defRPr>
            </a:lvl1pPr>
            <a:lvl2pPr>
              <a:buFontTx/>
              <a:buNone/>
              <a:defRPr sz="7200"/>
            </a:lvl2pPr>
            <a:lvl3pPr>
              <a:buFontTx/>
              <a:buNone/>
              <a:defRPr sz="7200"/>
            </a:lvl3pPr>
            <a:lvl4pPr>
              <a:buFontTx/>
              <a:buNone/>
              <a:defRPr sz="7200"/>
            </a:lvl4pPr>
            <a:lvl5pPr>
              <a:buFontTx/>
              <a:buNone/>
              <a:defRPr sz="7200"/>
            </a:lvl5pPr>
          </a:lstStyle>
          <a:p>
            <a:pPr lvl="0"/>
            <a:r>
              <a:rPr lang="en-US" dirty="0"/>
              <a:t>Click here to add affiliations</a:t>
            </a:r>
          </a:p>
        </p:txBody>
      </p:sp>
      <p:sp>
        <p:nvSpPr>
          <p:cNvPr id="78" name="Text Placeholder 76"/>
          <p:cNvSpPr>
            <a:spLocks noGrp="1"/>
          </p:cNvSpPr>
          <p:nvPr>
            <p:ph type="body" sz="quarter" idx="151" hasCustomPrompt="1"/>
          </p:nvPr>
        </p:nvSpPr>
        <p:spPr>
          <a:xfrm>
            <a:off x="5932593" y="2103787"/>
            <a:ext cx="31998968" cy="1280160"/>
          </a:xfrm>
          <a:prstGeom prst="rect">
            <a:avLst/>
          </a:prstGeom>
        </p:spPr>
        <p:txBody>
          <a:bodyPr anchor="t" anchorCtr="1">
            <a:normAutofit/>
          </a:bodyPr>
          <a:lstStyle>
            <a:lvl1pPr marL="0" indent="0" algn="ctr">
              <a:buFontTx/>
              <a:buNone/>
              <a:defRPr sz="8800">
                <a:solidFill>
                  <a:schemeClr val="accent5">
                    <a:lumMod val="50000"/>
                  </a:schemeClr>
                </a:solidFill>
                <a:latin typeface="+mj-lt"/>
              </a:defRPr>
            </a:lvl1pPr>
            <a:lvl2pPr>
              <a:buFontTx/>
              <a:buNone/>
              <a:defRPr sz="7200"/>
            </a:lvl2pPr>
            <a:lvl3pPr>
              <a:buFontTx/>
              <a:buNone/>
              <a:defRPr sz="7200"/>
            </a:lvl3pPr>
            <a:lvl4pPr>
              <a:buFontTx/>
              <a:buNone/>
              <a:defRPr sz="7200"/>
            </a:lvl4pPr>
            <a:lvl5pPr>
              <a:buFontTx/>
              <a:buNone/>
              <a:defRPr sz="7200"/>
            </a:lvl5pPr>
          </a:lstStyle>
          <a:p>
            <a:pPr lvl="0"/>
            <a:r>
              <a:rPr lang="en-US" dirty="0"/>
              <a:t>Click here to add authors</a:t>
            </a:r>
          </a:p>
        </p:txBody>
      </p:sp>
      <p:sp>
        <p:nvSpPr>
          <p:cNvPr id="79" name="Text Placeholder 76"/>
          <p:cNvSpPr>
            <a:spLocks noGrp="1"/>
          </p:cNvSpPr>
          <p:nvPr>
            <p:ph type="body" sz="quarter" idx="153" hasCustomPrompt="1"/>
          </p:nvPr>
        </p:nvSpPr>
        <p:spPr>
          <a:xfrm>
            <a:off x="5932593" y="465813"/>
            <a:ext cx="31998968" cy="1637973"/>
          </a:xfrm>
          <a:prstGeom prst="rect">
            <a:avLst/>
          </a:prstGeom>
        </p:spPr>
        <p:txBody>
          <a:bodyPr anchor="t" anchorCtr="1">
            <a:normAutofit/>
          </a:bodyPr>
          <a:lstStyle>
            <a:lvl1pPr marL="0" indent="0" algn="ctr">
              <a:buFontTx/>
              <a:buNone/>
              <a:defRPr sz="11500" b="1">
                <a:solidFill>
                  <a:schemeClr val="accent5">
                    <a:lumMod val="50000"/>
                  </a:schemeClr>
                </a:solidFill>
                <a:latin typeface="+mj-lt"/>
              </a:defRPr>
            </a:lvl1pPr>
            <a:lvl2pPr>
              <a:buFontTx/>
              <a:buNone/>
              <a:defRPr sz="7200"/>
            </a:lvl2pPr>
            <a:lvl3pPr>
              <a:buFontTx/>
              <a:buNone/>
              <a:defRPr sz="7200"/>
            </a:lvl3pPr>
            <a:lvl4pPr>
              <a:buFontTx/>
              <a:buNone/>
              <a:defRPr sz="7200"/>
            </a:lvl4pPr>
            <a:lvl5pPr>
              <a:buFontTx/>
              <a:buNone/>
              <a:defRPr sz="7200"/>
            </a:lvl5pPr>
          </a:lstStyle>
          <a:p>
            <a:pPr lvl="0"/>
            <a:r>
              <a:rPr lang="en-US" dirty="0"/>
              <a:t>Click here to add title</a:t>
            </a:r>
          </a:p>
        </p:txBody>
      </p:sp>
    </p:spTree>
    <p:extLst>
      <p:ext uri="{BB962C8B-B14F-4D97-AF65-F5344CB8AC3E}">
        <p14:creationId xmlns:p14="http://schemas.microsoft.com/office/powerpoint/2010/main" val="438864644"/>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image" Target="../media/image5.png"/><Relationship Id="rId3" Type="http://schemas.openxmlformats.org/officeDocument/2006/relationships/image" Target="../media/image1.png"/><Relationship Id="rId7" Type="http://schemas.openxmlformats.org/officeDocument/2006/relationships/hyperlink" Target="https://www.posterpresentations.com/how-to-change-the-research-poster-template-colors.html" TargetMode="External"/><Relationship Id="rId2" Type="http://schemas.openxmlformats.org/officeDocument/2006/relationships/theme" Target="../theme/theme1.xml"/><Relationship Id="rId1" Type="http://schemas.openxmlformats.org/officeDocument/2006/relationships/slideLayout" Target="../slideLayouts/slideLayout1.xml"/><Relationship Id="rId6" Type="http://schemas.openxmlformats.org/officeDocument/2006/relationships/image" Target="../media/image4.png"/><Relationship Id="rId11" Type="http://schemas.openxmlformats.org/officeDocument/2006/relationships/image" Target="../media/image8.png"/><Relationship Id="rId5" Type="http://schemas.openxmlformats.org/officeDocument/2006/relationships/image" Target="../media/image3.png"/><Relationship Id="rId10" Type="http://schemas.openxmlformats.org/officeDocument/2006/relationships/image" Target="../media/image7.png"/><Relationship Id="rId4" Type="http://schemas.openxmlformats.org/officeDocument/2006/relationships/image" Target="../media/image2.png"/><Relationship Id="rId9" Type="http://schemas.openxmlformats.org/officeDocument/2006/relationships/image" Target="../media/image6.png"/></Relationships>
</file>

<file path=ppt/slideMasters/_rels/slideMaster2.xml.rels><?xml version="1.0" encoding="UTF-8" standalone="yes"?>
<Relationships xmlns="http://schemas.openxmlformats.org/package/2006/relationships"><Relationship Id="rId2" Type="http://schemas.openxmlformats.org/officeDocument/2006/relationships/theme" Target="../theme/theme2.xml"/><Relationship Id="rId1" Type="http://schemas.openxmlformats.org/officeDocument/2006/relationships/slideLayout" Target="../slideLayouts/slideLayout2.xml"/></Relationships>
</file>

<file path=ppt/slideMasters/slideMaster1.xml><?xml version="1.0" encoding="utf-8"?>
<p:sldMaster xmlns:a="http://schemas.openxmlformats.org/drawingml/2006/main" xmlns:r="http://schemas.openxmlformats.org/officeDocument/2006/relationships" xmlns:p="http://schemas.openxmlformats.org/presentationml/2006/main" preserve="1">
  <p:cSld>
    <p:bg>
      <p:bgPr>
        <a:solidFill>
          <a:schemeClr val="bg1"/>
        </a:solidFill>
        <a:effectLst/>
      </p:bgPr>
    </p:bg>
    <p:spTree>
      <p:nvGrpSpPr>
        <p:cNvPr id="1" name=""/>
        <p:cNvGrpSpPr/>
        <p:nvPr/>
      </p:nvGrpSpPr>
      <p:grpSpPr>
        <a:xfrm>
          <a:off x="0" y="0"/>
          <a:ext cx="0" cy="0"/>
          <a:chOff x="0" y="0"/>
          <a:chExt cx="0" cy="0"/>
        </a:xfrm>
      </p:grpSpPr>
      <p:sp>
        <p:nvSpPr>
          <p:cNvPr id="5" name="Rectangle 4">
            <a:extLst>
              <a:ext uri="{FF2B5EF4-FFF2-40B4-BE49-F238E27FC236}">
                <a16:creationId xmlns:a16="http://schemas.microsoft.com/office/drawing/2014/main" id="{5C4703D5-BF2F-DF41-7EEE-50B26CAB4433}"/>
              </a:ext>
            </a:extLst>
          </p:cNvPr>
          <p:cNvSpPr/>
          <p:nvPr userDrawn="1"/>
        </p:nvSpPr>
        <p:spPr>
          <a:xfrm>
            <a:off x="0" y="32077025"/>
            <a:ext cx="43891200" cy="913296"/>
          </a:xfrm>
          <a:prstGeom prst="rect">
            <a:avLst/>
          </a:prstGeom>
          <a:solidFill>
            <a:schemeClr val="accent5">
              <a:lumMod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 name="Text Box 14"/>
          <p:cNvSpPr txBox="1">
            <a:spLocks noChangeArrowheads="1"/>
          </p:cNvSpPr>
          <p:nvPr/>
        </p:nvSpPr>
        <p:spPr bwMode="auto">
          <a:xfrm>
            <a:off x="652905" y="32351882"/>
            <a:ext cx="2514600" cy="341436"/>
          </a:xfrm>
          <a:prstGeom prst="rect">
            <a:avLst/>
          </a:prstGeom>
          <a:noFill/>
          <a:ln w="9525">
            <a:noFill/>
            <a:miter lim="800000"/>
            <a:headEnd/>
            <a:tailEnd/>
          </a:ln>
          <a:effectLst/>
        </p:spPr>
        <p:txBody>
          <a:bodyPr lIns="91263" tIns="45623" rIns="91263" bIns="45623">
            <a:spAutoFit/>
          </a:bodyPr>
          <a:lstStyle/>
          <a:p>
            <a:pPr eaLnBrk="0" hangingPunct="0">
              <a:lnSpc>
                <a:spcPct val="65000"/>
              </a:lnSpc>
              <a:spcBef>
                <a:spcPct val="50000"/>
              </a:spcBef>
              <a:defRPr/>
            </a:pPr>
            <a:r>
              <a:rPr lang="en-US" sz="500" b="1" dirty="0">
                <a:solidFill>
                  <a:schemeClr val="bg1">
                    <a:lumMod val="75000"/>
                  </a:schemeClr>
                </a:solidFill>
                <a:latin typeface="Arial" charset="0"/>
              </a:rPr>
              <a:t>RESEARCH POSTER PRESENTATION DESIGN © 2022</a:t>
            </a:r>
          </a:p>
          <a:p>
            <a:pPr eaLnBrk="0" hangingPunct="0">
              <a:lnSpc>
                <a:spcPct val="65000"/>
              </a:lnSpc>
              <a:spcBef>
                <a:spcPct val="50000"/>
              </a:spcBef>
              <a:defRPr/>
            </a:pPr>
            <a:r>
              <a:rPr lang="en-US" sz="1100" b="1" dirty="0">
                <a:solidFill>
                  <a:schemeClr val="bg1">
                    <a:lumMod val="75000"/>
                  </a:schemeClr>
                </a:solidFill>
                <a:latin typeface="Arial" charset="0"/>
              </a:rPr>
              <a:t>www.PosterPresentations.com</a:t>
            </a:r>
          </a:p>
        </p:txBody>
      </p:sp>
      <p:grpSp>
        <p:nvGrpSpPr>
          <p:cNvPr id="6" name="Group 5">
            <a:extLst>
              <a:ext uri="{FF2B5EF4-FFF2-40B4-BE49-F238E27FC236}">
                <a16:creationId xmlns:a16="http://schemas.microsoft.com/office/drawing/2014/main" id="{E5ED0136-E6E9-E340-DCD6-5053BABFBFE4}"/>
              </a:ext>
            </a:extLst>
          </p:cNvPr>
          <p:cNvGrpSpPr/>
          <p:nvPr userDrawn="1"/>
        </p:nvGrpSpPr>
        <p:grpSpPr>
          <a:xfrm>
            <a:off x="0" y="14098"/>
            <a:ext cx="43891200" cy="4314166"/>
            <a:chOff x="0" y="-1"/>
            <a:chExt cx="12192000" cy="1219223"/>
          </a:xfrm>
        </p:grpSpPr>
        <p:sp>
          <p:nvSpPr>
            <p:cNvPr id="7" name="Document 6">
              <a:extLst>
                <a:ext uri="{FF2B5EF4-FFF2-40B4-BE49-F238E27FC236}">
                  <a16:creationId xmlns:a16="http://schemas.microsoft.com/office/drawing/2014/main" id="{F27200FE-D213-3004-DA26-3B8202A2AB23}"/>
                </a:ext>
              </a:extLst>
            </p:cNvPr>
            <p:cNvSpPr/>
            <p:nvPr/>
          </p:nvSpPr>
          <p:spPr>
            <a:xfrm>
              <a:off x="0" y="89065"/>
              <a:ext cx="12192000" cy="1130157"/>
            </a:xfrm>
            <a:prstGeom prst="flowChartDocument">
              <a:avLst/>
            </a:prstGeom>
            <a:gradFill>
              <a:gsLst>
                <a:gs pos="0">
                  <a:srgbClr val="C00000"/>
                </a:gs>
                <a:gs pos="100000">
                  <a:schemeClr val="accent4"/>
                </a:gs>
              </a:gsLst>
              <a:lin ang="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8" name="Document 7">
              <a:extLst>
                <a:ext uri="{FF2B5EF4-FFF2-40B4-BE49-F238E27FC236}">
                  <a16:creationId xmlns:a16="http://schemas.microsoft.com/office/drawing/2014/main" id="{BB4B2C32-5D48-98BC-A030-3CCE7D871E0A}"/>
                </a:ext>
              </a:extLst>
            </p:cNvPr>
            <p:cNvSpPr/>
            <p:nvPr/>
          </p:nvSpPr>
          <p:spPr>
            <a:xfrm>
              <a:off x="0" y="-1"/>
              <a:ext cx="12192000" cy="1130157"/>
            </a:xfrm>
            <a:prstGeom prst="flowChartDocument">
              <a:avLst/>
            </a:prstGeom>
            <a:solidFill>
              <a:schemeClr val="accent5">
                <a:lumMod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grpSp>
      <p:graphicFrame>
        <p:nvGraphicFramePr>
          <p:cNvPr id="12" name="Table 11">
            <a:extLst>
              <a:ext uri="{FF2B5EF4-FFF2-40B4-BE49-F238E27FC236}">
                <a16:creationId xmlns:a16="http://schemas.microsoft.com/office/drawing/2014/main" id="{9631A715-ABDD-C916-FF3F-590B3A828BD8}"/>
              </a:ext>
            </a:extLst>
          </p:cNvPr>
          <p:cNvGraphicFramePr>
            <a:graphicFrameLocks noGrp="1"/>
          </p:cNvGraphicFramePr>
          <p:nvPr userDrawn="1">
            <p:extLst>
              <p:ext uri="{D42A27DB-BD31-4B8C-83A1-F6EECF244321}">
                <p14:modId xmlns:p14="http://schemas.microsoft.com/office/powerpoint/2010/main" val="4281770255"/>
              </p:ext>
            </p:extLst>
          </p:nvPr>
        </p:nvGraphicFramePr>
        <p:xfrm>
          <a:off x="-10611120" y="14098"/>
          <a:ext cx="9776869" cy="32679220"/>
        </p:xfrm>
        <a:graphic>
          <a:graphicData uri="http://schemas.openxmlformats.org/drawingml/2006/table">
            <a:tbl>
              <a:tblPr firstRow="1" bandRow="1">
                <a:tableStyleId>{5C22544A-7EE6-4342-B048-85BDC9FD1C3A}</a:tableStyleId>
              </a:tblPr>
              <a:tblGrid>
                <a:gridCol w="4192245">
                  <a:extLst>
                    <a:ext uri="{9D8B030D-6E8A-4147-A177-3AD203B41FA5}">
                      <a16:colId xmlns:a16="http://schemas.microsoft.com/office/drawing/2014/main" val="20000"/>
                    </a:ext>
                  </a:extLst>
                </a:gridCol>
                <a:gridCol w="5584624">
                  <a:extLst>
                    <a:ext uri="{9D8B030D-6E8A-4147-A177-3AD203B41FA5}">
                      <a16:colId xmlns:a16="http://schemas.microsoft.com/office/drawing/2014/main" val="20001"/>
                    </a:ext>
                  </a:extLst>
                </a:gridCol>
              </a:tblGrid>
              <a:tr h="1329113">
                <a:tc gridSpan="2">
                  <a:txBody>
                    <a:bodyPr/>
                    <a:lstStyle/>
                    <a:p>
                      <a:pPr marL="0" marR="0" indent="0" algn="ctr" defTabSz="4388900" rtl="0" eaLnBrk="1" fontAlgn="auto" latinLnBrk="0" hangingPunct="1">
                        <a:lnSpc>
                          <a:spcPct val="100000"/>
                        </a:lnSpc>
                        <a:spcBef>
                          <a:spcPts val="0"/>
                        </a:spcBef>
                        <a:spcAft>
                          <a:spcPts val="0"/>
                        </a:spcAft>
                        <a:buClrTx/>
                        <a:buSzTx/>
                        <a:buFontTx/>
                        <a:buNone/>
                        <a:tabLst/>
                        <a:defRPr/>
                      </a:pPr>
                      <a:r>
                        <a:rPr lang="en-US" sz="3600" b="0" spc="600" dirty="0">
                          <a:solidFill>
                            <a:srgbClr val="1F3A4E"/>
                          </a:solidFill>
                          <a:latin typeface="Arial Black" panose="020B0A04020102020204" pitchFamily="34" charset="0"/>
                        </a:rPr>
                        <a:t>QUICK START GUIDE</a:t>
                      </a:r>
                      <a:br>
                        <a:rPr lang="en-US" sz="3600" b="0" spc="600" dirty="0">
                          <a:solidFill>
                            <a:srgbClr val="1F3A4E"/>
                          </a:solidFill>
                          <a:latin typeface="Arial Black" panose="020B0A04020102020204" pitchFamily="34" charset="0"/>
                        </a:rPr>
                      </a:br>
                      <a:r>
                        <a:rPr lang="en-US" sz="2800" b="1" spc="0" dirty="0">
                          <a:solidFill>
                            <a:srgbClr val="FF0000"/>
                          </a:solidFill>
                          <a:latin typeface="Trebuchet MS" pitchFamily="34" charset="0"/>
                        </a:rPr>
                        <a:t>(THIS SIDEBAR WILL NOT PRINT)</a:t>
                      </a:r>
                      <a:endParaRPr lang="en-US" sz="3600" b="1" spc="600" dirty="0">
                        <a:solidFill>
                          <a:schemeClr val="bg1"/>
                        </a:solidFill>
                        <a:latin typeface="Trebuchet MS" pitchFamily="34" charset="0"/>
                      </a:endParaRPr>
                    </a:p>
                  </a:txBody>
                  <a:tcPr marL="182880" marT="137160">
                    <a:solidFill>
                      <a:srgbClr val="FFC000"/>
                    </a:solidFill>
                  </a:tcPr>
                </a:tc>
                <a:tc hMerge="1">
                  <a:txBody>
                    <a:bodyPr/>
                    <a:lstStyle/>
                    <a:p>
                      <a:endParaRPr lang="en-US" dirty="0"/>
                    </a:p>
                  </a:txBody>
                  <a:tcPr/>
                </a:tc>
                <a:extLst>
                  <a:ext uri="{0D108BD9-81ED-4DB2-BD59-A6C34878D82A}">
                    <a16:rowId xmlns:a16="http://schemas.microsoft.com/office/drawing/2014/main" val="10000"/>
                  </a:ext>
                </a:extLst>
              </a:tr>
              <a:tr h="4206624">
                <a:tc gridSpan="2">
                  <a:txBody>
                    <a:bodyPr/>
                    <a:lstStyle/>
                    <a:p>
                      <a:pPr defTabSz="3765639"/>
                      <a:r>
                        <a:rPr lang="en-US" sz="2000" i="0" dirty="0">
                          <a:solidFill>
                            <a:srgbClr val="D9D9D9"/>
                          </a:solidFill>
                          <a:latin typeface="Arial"/>
                          <a:cs typeface="Arial"/>
                        </a:rPr>
                        <a:t>This PowerPoint template produces a </a:t>
                      </a:r>
                      <a:r>
                        <a:rPr lang="en-US" sz="2000" i="0" dirty="0">
                          <a:solidFill>
                            <a:srgbClr val="FFC000"/>
                          </a:solidFill>
                          <a:latin typeface="Arial"/>
                          <a:cs typeface="Arial"/>
                        </a:rPr>
                        <a:t>36"x48" </a:t>
                      </a:r>
                      <a:r>
                        <a:rPr lang="en-US" sz="2000" i="0" dirty="0">
                          <a:solidFill>
                            <a:srgbClr val="D9D9D9"/>
                          </a:solidFill>
                          <a:latin typeface="Arial"/>
                          <a:cs typeface="Arial"/>
                        </a:rPr>
                        <a:t>presentation poster. You can use it to create your research poster by placing your title, subtitle, text, tables, charts and photos. </a:t>
                      </a:r>
                    </a:p>
                    <a:p>
                      <a:pPr defTabSz="3765639"/>
                      <a:endParaRPr lang="en-US" sz="2000" i="0" dirty="0">
                        <a:solidFill>
                          <a:srgbClr val="D9D9D9"/>
                        </a:solidFill>
                        <a:latin typeface="Arial"/>
                        <a:cs typeface="Arial"/>
                      </a:endParaRPr>
                    </a:p>
                    <a:p>
                      <a:pPr defTabSz="3765639"/>
                      <a:r>
                        <a:rPr lang="en-US" sz="2000" i="0" dirty="0">
                          <a:solidFill>
                            <a:srgbClr val="D9D9D9"/>
                          </a:solidFill>
                          <a:latin typeface="Arial"/>
                          <a:cs typeface="Arial"/>
                        </a:rPr>
                        <a:t>We provide a series of online tutorials that will guide you through the poster design process and answer your poster production questions. For complete template tutorials, go online to </a:t>
                      </a:r>
                      <a:r>
                        <a:rPr lang="en-US" sz="2000" i="0" dirty="0" err="1">
                          <a:solidFill>
                            <a:srgbClr val="FFC000"/>
                          </a:solidFill>
                          <a:latin typeface="Arial"/>
                          <a:cs typeface="Arial"/>
                        </a:rPr>
                        <a:t>PosterPresentations.com</a:t>
                      </a:r>
                      <a:r>
                        <a:rPr lang="en-US" sz="2000" i="0" dirty="0">
                          <a:solidFill>
                            <a:srgbClr val="D9D9D9"/>
                          </a:solidFill>
                          <a:latin typeface="Arial"/>
                          <a:cs typeface="Arial"/>
                        </a:rPr>
                        <a:t> and click on the  </a:t>
                      </a:r>
                      <a:r>
                        <a:rPr lang="en-US" sz="2000" i="0" dirty="0">
                          <a:solidFill>
                            <a:srgbClr val="FFC000"/>
                          </a:solidFill>
                          <a:latin typeface="Arial"/>
                          <a:cs typeface="Arial"/>
                        </a:rPr>
                        <a:t>HELP DESK</a:t>
                      </a:r>
                      <a:r>
                        <a:rPr lang="en-US" sz="2000" i="0" baseline="0" dirty="0">
                          <a:solidFill>
                            <a:srgbClr val="D9D9D9"/>
                          </a:solidFill>
                          <a:latin typeface="Arial"/>
                          <a:cs typeface="Arial"/>
                        </a:rPr>
                        <a:t> </a:t>
                      </a:r>
                      <a:r>
                        <a:rPr lang="en-US" sz="2000" i="0" dirty="0">
                          <a:solidFill>
                            <a:srgbClr val="D9D9D9"/>
                          </a:solidFill>
                          <a:latin typeface="Arial"/>
                          <a:cs typeface="Arial"/>
                        </a:rPr>
                        <a:t>tab.</a:t>
                      </a:r>
                    </a:p>
                    <a:p>
                      <a:pPr defTabSz="3765639"/>
                      <a:endParaRPr lang="en-US" sz="2000" i="0" dirty="0">
                        <a:solidFill>
                          <a:srgbClr val="D9D9D9"/>
                        </a:solidFill>
                        <a:latin typeface="Arial"/>
                        <a:cs typeface="Arial"/>
                      </a:endParaRPr>
                    </a:p>
                    <a:p>
                      <a:pPr defTabSz="3765639"/>
                      <a:r>
                        <a:rPr lang="en-US" sz="2000" i="0" dirty="0">
                          <a:solidFill>
                            <a:srgbClr val="D9D9D9"/>
                          </a:solidFill>
                          <a:latin typeface="Arial"/>
                          <a:cs typeface="Arial"/>
                        </a:rPr>
                        <a:t>To print your poster using our same-day professional printing service, go online to </a:t>
                      </a:r>
                      <a:r>
                        <a:rPr lang="en-US" sz="2000" i="0" dirty="0" err="1">
                          <a:solidFill>
                            <a:srgbClr val="FFC000"/>
                          </a:solidFill>
                          <a:latin typeface="Arial"/>
                          <a:cs typeface="Arial"/>
                        </a:rPr>
                        <a:t>PosterPresentations.com</a:t>
                      </a:r>
                      <a:r>
                        <a:rPr lang="en-US" sz="2000" i="0" dirty="0">
                          <a:solidFill>
                            <a:srgbClr val="D9D9D9"/>
                          </a:solidFill>
                          <a:latin typeface="Arial"/>
                          <a:cs typeface="Arial"/>
                        </a:rPr>
                        <a:t> and click on "</a:t>
                      </a:r>
                      <a:r>
                        <a:rPr lang="en-US" sz="2000" i="0" dirty="0">
                          <a:solidFill>
                            <a:srgbClr val="FFC000"/>
                          </a:solidFill>
                          <a:latin typeface="Arial"/>
                          <a:cs typeface="Arial"/>
                        </a:rPr>
                        <a:t>Order your poster</a:t>
                      </a:r>
                      <a:r>
                        <a:rPr lang="en-US" sz="2000" i="0" dirty="0">
                          <a:solidFill>
                            <a:srgbClr val="D9D9D9"/>
                          </a:solidFill>
                          <a:latin typeface="Arial"/>
                          <a:cs typeface="Arial"/>
                        </a:rPr>
                        <a:t>".</a:t>
                      </a:r>
                      <a:endParaRPr lang="en-US" sz="2000" b="1" dirty="0">
                        <a:solidFill>
                          <a:srgbClr val="D9D9D9"/>
                        </a:solidFill>
                        <a:latin typeface="Arial"/>
                        <a:cs typeface="Arial"/>
                      </a:endParaRPr>
                    </a:p>
                  </a:txBody>
                  <a:tcPr marL="182880" marT="137160">
                    <a:solidFill>
                      <a:srgbClr val="010101"/>
                    </a:solidFill>
                  </a:tcPr>
                </a:tc>
                <a:tc hMerge="1">
                  <a:txBody>
                    <a:bodyPr/>
                    <a:lstStyle/>
                    <a:p>
                      <a:pPr marL="0" indent="0" algn="l" defTabSz="114300"/>
                      <a:endParaRPr lang="en-US" sz="2400" b="0" baseline="0" dirty="0">
                        <a:solidFill>
                          <a:srgbClr val="FFC000"/>
                        </a:solidFill>
                        <a:latin typeface="Arial" panose="020B0604020202020204" pitchFamily="34" charset="0"/>
                        <a:cs typeface="Arial" panose="020B0604020202020204" pitchFamily="34" charset="0"/>
                      </a:endParaRPr>
                    </a:p>
                  </a:txBody>
                  <a:tcPr>
                    <a:solidFill>
                      <a:schemeClr val="tx1">
                        <a:lumMod val="95000"/>
                        <a:lumOff val="5000"/>
                      </a:schemeClr>
                    </a:solidFill>
                  </a:tcPr>
                </a:tc>
                <a:extLst>
                  <a:ext uri="{0D108BD9-81ED-4DB2-BD59-A6C34878D82A}">
                    <a16:rowId xmlns:a16="http://schemas.microsoft.com/office/drawing/2014/main" val="677555919"/>
                  </a:ext>
                </a:extLst>
              </a:tr>
              <a:tr h="4572417">
                <a:tc>
                  <a:txBody>
                    <a:bodyPr/>
                    <a:lstStyle/>
                    <a:p>
                      <a:pPr algn="ctr"/>
                      <a:endParaRPr lang="en-US" sz="2000" dirty="0">
                        <a:solidFill>
                          <a:srgbClr val="1F3A4E"/>
                        </a:solidFill>
                      </a:endParaRPr>
                    </a:p>
                    <a:p>
                      <a:pPr algn="ctr"/>
                      <a:endParaRPr lang="en-US" sz="2000" dirty="0">
                        <a:solidFill>
                          <a:srgbClr val="1F3A4E"/>
                        </a:solidFill>
                      </a:endParaRPr>
                    </a:p>
                    <a:p>
                      <a:pPr algn="ctr"/>
                      <a:r>
                        <a:rPr lang="en-US" sz="2000" dirty="0">
                          <a:solidFill>
                            <a:schemeClr val="bg1"/>
                          </a:solidFill>
                          <a:latin typeface="Arial" panose="020B0604020202020204" pitchFamily="34" charset="0"/>
                          <a:cs typeface="Arial" panose="020B0604020202020204" pitchFamily="34" charset="0"/>
                        </a:rPr>
                        <a:t>This is a template for a </a:t>
                      </a:r>
                    </a:p>
                    <a:p>
                      <a:pPr algn="ctr"/>
                      <a:r>
                        <a:rPr lang="en-US" sz="2000" dirty="0">
                          <a:solidFill>
                            <a:schemeClr val="bg1"/>
                          </a:solidFill>
                          <a:latin typeface="Arial" panose="020B0604020202020204" pitchFamily="34" charset="0"/>
                          <a:cs typeface="Arial" panose="020B0604020202020204" pitchFamily="34" charset="0"/>
                        </a:rPr>
                        <a:t>presentation poster</a:t>
                      </a:r>
                      <a:br>
                        <a:rPr lang="en-US" sz="2000" dirty="0">
                          <a:solidFill>
                            <a:schemeClr val="bg1"/>
                          </a:solidFill>
                          <a:latin typeface="Arial" panose="020B0604020202020204" pitchFamily="34" charset="0"/>
                          <a:cs typeface="Arial" panose="020B0604020202020204" pitchFamily="34" charset="0"/>
                        </a:rPr>
                      </a:br>
                      <a:r>
                        <a:rPr lang="en-US" sz="3600" b="1" dirty="0">
                          <a:solidFill>
                            <a:srgbClr val="FFC000"/>
                          </a:solidFill>
                          <a:latin typeface="Arial" panose="020B0604020202020204" pitchFamily="34" charset="0"/>
                          <a:cs typeface="Arial" panose="020B0604020202020204" pitchFamily="34" charset="0"/>
                        </a:rPr>
                        <a:t>36 inches tall</a:t>
                      </a:r>
                      <a:br>
                        <a:rPr lang="en-US" sz="3600" b="1" dirty="0">
                          <a:solidFill>
                            <a:srgbClr val="FFC000"/>
                          </a:solidFill>
                          <a:latin typeface="Arial" panose="020B0604020202020204" pitchFamily="34" charset="0"/>
                          <a:cs typeface="Arial" panose="020B0604020202020204" pitchFamily="34" charset="0"/>
                        </a:rPr>
                      </a:br>
                      <a:r>
                        <a:rPr lang="en-US" sz="3600" b="1" dirty="0">
                          <a:solidFill>
                            <a:srgbClr val="FFC000"/>
                          </a:solidFill>
                          <a:latin typeface="Arial" panose="020B0604020202020204" pitchFamily="34" charset="0"/>
                          <a:cs typeface="Arial" panose="020B0604020202020204" pitchFamily="34" charset="0"/>
                        </a:rPr>
                        <a:t>by</a:t>
                      </a:r>
                      <a:br>
                        <a:rPr lang="en-US" sz="3600" b="1" dirty="0">
                          <a:solidFill>
                            <a:srgbClr val="FFC000"/>
                          </a:solidFill>
                          <a:latin typeface="Arial" panose="020B0604020202020204" pitchFamily="34" charset="0"/>
                          <a:cs typeface="Arial" panose="020B0604020202020204" pitchFamily="34" charset="0"/>
                        </a:rPr>
                      </a:br>
                      <a:r>
                        <a:rPr lang="en-US" sz="3600" b="1" dirty="0">
                          <a:solidFill>
                            <a:srgbClr val="FFC000"/>
                          </a:solidFill>
                          <a:latin typeface="Arial" panose="020B0604020202020204" pitchFamily="34" charset="0"/>
                          <a:cs typeface="Arial" panose="020B0604020202020204" pitchFamily="34" charset="0"/>
                        </a:rPr>
                        <a:t>48 inches wide</a:t>
                      </a:r>
                      <a:br>
                        <a:rPr lang="en-US" sz="2000" dirty="0">
                          <a:solidFill>
                            <a:schemeClr val="bg1"/>
                          </a:solidFill>
                          <a:latin typeface="Arial" panose="020B0604020202020204" pitchFamily="34" charset="0"/>
                          <a:cs typeface="Arial" panose="020B0604020202020204" pitchFamily="34" charset="0"/>
                        </a:rPr>
                      </a:br>
                      <a:endParaRPr lang="en-US" sz="2000" dirty="0">
                        <a:solidFill>
                          <a:srgbClr val="1F3A4E"/>
                        </a:solidFill>
                      </a:endParaRPr>
                    </a:p>
                  </a:txBody>
                  <a:tcPr>
                    <a:solidFill>
                      <a:srgbClr val="010101"/>
                    </a:solidFill>
                  </a:tcPr>
                </a:tc>
                <a:tc>
                  <a:txBody>
                    <a:bodyPr/>
                    <a:lstStyle/>
                    <a:p>
                      <a:pPr marL="0" marR="0" indent="0" algn="l" defTabSz="4388900" rtl="0" eaLnBrk="1" fontAlgn="auto" latinLnBrk="0" hangingPunct="1">
                        <a:lnSpc>
                          <a:spcPct val="100000"/>
                        </a:lnSpc>
                        <a:spcBef>
                          <a:spcPts val="0"/>
                        </a:spcBef>
                        <a:spcAft>
                          <a:spcPts val="0"/>
                        </a:spcAft>
                        <a:buClrTx/>
                        <a:buSzTx/>
                        <a:buFontTx/>
                        <a:buNone/>
                        <a:tabLst/>
                        <a:defRPr/>
                      </a:pPr>
                      <a:r>
                        <a:rPr lang="en-US" sz="2400" b="1" baseline="0" dirty="0">
                          <a:solidFill>
                            <a:srgbClr val="FFC000"/>
                          </a:solidFill>
                          <a:latin typeface="Arial" panose="020B0604020202020204" pitchFamily="34" charset="0"/>
                          <a:cs typeface="Arial" panose="020B0604020202020204" pitchFamily="34" charset="0"/>
                        </a:rPr>
                        <a:t>Important: Check the template size</a:t>
                      </a:r>
                      <a:br>
                        <a:rPr lang="en-US" sz="2000" b="0" baseline="0" dirty="0">
                          <a:solidFill>
                            <a:srgbClr val="FFC000"/>
                          </a:solidFill>
                          <a:latin typeface="Arial" panose="020B0604020202020204" pitchFamily="34" charset="0"/>
                          <a:cs typeface="Arial" panose="020B0604020202020204" pitchFamily="34" charset="0"/>
                        </a:rPr>
                      </a:br>
                      <a:r>
                        <a:rPr lang="en-US" sz="2000" b="0" baseline="0" dirty="0">
                          <a:solidFill>
                            <a:srgbClr val="D9D9D9"/>
                          </a:solidFill>
                          <a:latin typeface="Arial" panose="020B0604020202020204" pitchFamily="34" charset="0"/>
                          <a:cs typeface="Arial" panose="020B0604020202020204" pitchFamily="34" charset="0"/>
                        </a:rPr>
                        <a:t>Before you start working on your poster and to avoid printing problems check that you have downloaded and that you are using the correct size template for your poster presentation.</a:t>
                      </a:r>
                      <a:br>
                        <a:rPr lang="en-US" sz="2000" b="0" baseline="0" dirty="0">
                          <a:solidFill>
                            <a:srgbClr val="D9D9D9"/>
                          </a:solidFill>
                          <a:latin typeface="Arial" panose="020B0604020202020204" pitchFamily="34" charset="0"/>
                          <a:cs typeface="Arial" panose="020B0604020202020204" pitchFamily="34" charset="0"/>
                        </a:rPr>
                      </a:br>
                      <a:r>
                        <a:rPr lang="en-US" sz="2000" b="0" baseline="0" dirty="0">
                          <a:solidFill>
                            <a:srgbClr val="D9D9D9"/>
                          </a:solidFill>
                          <a:latin typeface="Arial" panose="020B0604020202020204" pitchFamily="34" charset="0"/>
                          <a:cs typeface="Arial" panose="020B0604020202020204" pitchFamily="34" charset="0"/>
                        </a:rPr>
                        <a:t>This template can also be printed at the following sizes without distortion and without any additional formatting:</a:t>
                      </a:r>
                      <a:br>
                        <a:rPr lang="en-US" sz="2000" b="0" baseline="0" dirty="0">
                          <a:solidFill>
                            <a:srgbClr val="D9D9D9"/>
                          </a:solidFill>
                          <a:latin typeface="Arial" panose="020B0604020202020204" pitchFamily="34" charset="0"/>
                          <a:cs typeface="Arial" panose="020B0604020202020204" pitchFamily="34" charset="0"/>
                        </a:rPr>
                      </a:br>
                      <a:r>
                        <a:rPr lang="en-US" sz="2000" b="0" baseline="0" dirty="0">
                          <a:solidFill>
                            <a:srgbClr val="FFC000"/>
                          </a:solidFill>
                          <a:latin typeface="Arial" panose="020B0604020202020204" pitchFamily="34" charset="0"/>
                          <a:cs typeface="Arial" panose="020B0604020202020204" pitchFamily="34" charset="0"/>
                        </a:rPr>
                        <a:t>30 tall x 40 wide</a:t>
                      </a:r>
                      <a:br>
                        <a:rPr lang="en-US" sz="2000" b="0" baseline="0" dirty="0">
                          <a:solidFill>
                            <a:srgbClr val="FFC000"/>
                          </a:solidFill>
                          <a:latin typeface="Arial" panose="020B0604020202020204" pitchFamily="34" charset="0"/>
                          <a:cs typeface="Arial" panose="020B0604020202020204" pitchFamily="34" charset="0"/>
                        </a:rPr>
                      </a:br>
                      <a:r>
                        <a:rPr lang="en-US" sz="2000" b="0" baseline="0" dirty="0">
                          <a:solidFill>
                            <a:srgbClr val="FFC000"/>
                          </a:solidFill>
                          <a:latin typeface="Arial" panose="020B0604020202020204" pitchFamily="34" charset="0"/>
                          <a:cs typeface="Arial" panose="020B0604020202020204" pitchFamily="34" charset="0"/>
                        </a:rPr>
                        <a:t>42 tall x 56 wide</a:t>
                      </a:r>
                      <a:br>
                        <a:rPr lang="en-US" sz="2000" b="0" baseline="0" dirty="0">
                          <a:solidFill>
                            <a:srgbClr val="FFC000"/>
                          </a:solidFill>
                          <a:latin typeface="Arial" panose="020B0604020202020204" pitchFamily="34" charset="0"/>
                          <a:cs typeface="Arial" panose="020B0604020202020204" pitchFamily="34" charset="0"/>
                        </a:rPr>
                      </a:br>
                      <a:r>
                        <a:rPr lang="en-US" sz="2000" b="0" baseline="0" dirty="0">
                          <a:solidFill>
                            <a:srgbClr val="FFC000"/>
                          </a:solidFill>
                          <a:latin typeface="Arial" panose="020B0604020202020204" pitchFamily="34" charset="0"/>
                          <a:cs typeface="Arial" panose="020B0604020202020204" pitchFamily="34" charset="0"/>
                        </a:rPr>
                        <a:t>48 tall x 64 wide</a:t>
                      </a:r>
                    </a:p>
                  </a:txBody>
                  <a:tcPr marL="182880" marT="137160">
                    <a:solidFill>
                      <a:srgbClr val="010101"/>
                    </a:solidFill>
                  </a:tcPr>
                </a:tc>
                <a:extLst>
                  <a:ext uri="{0D108BD9-81ED-4DB2-BD59-A6C34878D82A}">
                    <a16:rowId xmlns:a16="http://schemas.microsoft.com/office/drawing/2014/main" val="10008"/>
                  </a:ext>
                </a:extLst>
              </a:tr>
              <a:tr h="4288692">
                <a:tc>
                  <a:txBody>
                    <a:bodyPr/>
                    <a:lstStyle/>
                    <a:p>
                      <a:endParaRPr lang="en-US" sz="2000" dirty="0">
                        <a:solidFill>
                          <a:srgbClr val="1F3A4E"/>
                        </a:solidFill>
                      </a:endParaRPr>
                    </a:p>
                  </a:txBody>
                  <a:tcPr>
                    <a:blipFill rotWithShape="1">
                      <a:blip r:embed="rId3"/>
                      <a:stretch>
                        <a:fillRect/>
                      </a:stretch>
                    </a:blipFill>
                  </a:tcPr>
                </a:tc>
                <a:tc>
                  <a:txBody>
                    <a:bodyPr/>
                    <a:lstStyle/>
                    <a:p>
                      <a:pPr algn="l"/>
                      <a:r>
                        <a:rPr lang="en-US" sz="2400" b="1" baseline="0" dirty="0">
                          <a:solidFill>
                            <a:srgbClr val="FFC000"/>
                          </a:solidFill>
                          <a:latin typeface="Arial" panose="020B0604020202020204" pitchFamily="34" charset="0"/>
                          <a:cs typeface="Arial" panose="020B0604020202020204" pitchFamily="34" charset="0"/>
                        </a:rPr>
                        <a:t>How to </a:t>
                      </a:r>
                      <a:r>
                        <a:rPr lang="en-US" sz="4000" b="1" baseline="0" dirty="0">
                          <a:solidFill>
                            <a:srgbClr val="FFC000"/>
                          </a:solidFill>
                          <a:latin typeface="Arial" panose="020B0604020202020204" pitchFamily="34" charset="0"/>
                          <a:cs typeface="Arial" panose="020B0604020202020204" pitchFamily="34" charset="0"/>
                        </a:rPr>
                        <a:t>Zoom in </a:t>
                      </a:r>
                      <a:r>
                        <a:rPr lang="en-US" sz="2400" b="1" baseline="0" dirty="0">
                          <a:solidFill>
                            <a:srgbClr val="FFC000"/>
                          </a:solidFill>
                          <a:latin typeface="Arial" panose="020B0604020202020204" pitchFamily="34" charset="0"/>
                          <a:cs typeface="Arial" panose="020B0604020202020204" pitchFamily="34" charset="0"/>
                        </a:rPr>
                        <a:t>and </a:t>
                      </a:r>
                      <a:r>
                        <a:rPr lang="en-US" sz="1800" b="1" baseline="0" dirty="0">
                          <a:solidFill>
                            <a:srgbClr val="FFC000"/>
                          </a:solidFill>
                          <a:latin typeface="Arial" panose="020B0604020202020204" pitchFamily="34" charset="0"/>
                          <a:cs typeface="Arial" panose="020B0604020202020204" pitchFamily="34" charset="0"/>
                        </a:rPr>
                        <a:t>out</a:t>
                      </a:r>
                      <a:endParaRPr lang="en-US" sz="2400" b="1" baseline="0" dirty="0">
                        <a:solidFill>
                          <a:srgbClr val="FFC000"/>
                        </a:solidFill>
                        <a:latin typeface="Arial" panose="020B0604020202020204" pitchFamily="34" charset="0"/>
                        <a:cs typeface="Arial" panose="020B0604020202020204" pitchFamily="34" charset="0"/>
                      </a:endParaRPr>
                    </a:p>
                    <a:p>
                      <a:pPr algn="l"/>
                      <a:r>
                        <a:rPr lang="en-US" sz="2000" b="0" baseline="0" dirty="0">
                          <a:solidFill>
                            <a:srgbClr val="D9D9D9"/>
                          </a:solidFill>
                          <a:latin typeface="Arial" panose="020B0604020202020204" pitchFamily="34" charset="0"/>
                          <a:cs typeface="Arial" panose="020B0604020202020204" pitchFamily="34" charset="0"/>
                        </a:rPr>
                        <a:t>Use the PowerPoint zoom tool to adjust the screen magnification to view comfortably. PowerPoint provides 2 ways to zoom: </a:t>
                      </a:r>
                      <a:br>
                        <a:rPr lang="en-US" sz="2000" b="0" baseline="0" dirty="0">
                          <a:solidFill>
                            <a:srgbClr val="D9D9D9"/>
                          </a:solidFill>
                          <a:latin typeface="Arial" panose="020B0604020202020204" pitchFamily="34" charset="0"/>
                          <a:cs typeface="Arial" panose="020B0604020202020204" pitchFamily="34" charset="0"/>
                        </a:rPr>
                      </a:br>
                      <a:r>
                        <a:rPr lang="en-US" sz="2000" b="0" baseline="0" dirty="0">
                          <a:solidFill>
                            <a:srgbClr val="FFC000"/>
                          </a:solidFill>
                          <a:latin typeface="Arial" panose="020B0604020202020204" pitchFamily="34" charset="0"/>
                          <a:cs typeface="Arial" panose="020B0604020202020204" pitchFamily="34" charset="0"/>
                        </a:rPr>
                        <a:t>1. </a:t>
                      </a:r>
                      <a:r>
                        <a:rPr lang="en-US" sz="2000" b="0" baseline="0" dirty="0">
                          <a:solidFill>
                            <a:srgbClr val="D9D9D9"/>
                          </a:solidFill>
                          <a:latin typeface="Arial" panose="020B0604020202020204" pitchFamily="34" charset="0"/>
                          <a:cs typeface="Arial" panose="020B0604020202020204" pitchFamily="34" charset="0"/>
                        </a:rPr>
                        <a:t>On the top menu bar click on the VIEW tab and then click on ZOOM. Choose the zoom percentage that works best for you. </a:t>
                      </a:r>
                      <a:br>
                        <a:rPr lang="en-US" sz="2000" b="0" baseline="0" dirty="0">
                          <a:solidFill>
                            <a:srgbClr val="D9D9D9"/>
                          </a:solidFill>
                          <a:latin typeface="Arial" panose="020B0604020202020204" pitchFamily="34" charset="0"/>
                          <a:cs typeface="Arial" panose="020B0604020202020204" pitchFamily="34" charset="0"/>
                        </a:rPr>
                      </a:br>
                      <a:r>
                        <a:rPr lang="en-US" sz="2000" b="0" baseline="0" dirty="0">
                          <a:solidFill>
                            <a:srgbClr val="FFC000"/>
                          </a:solidFill>
                          <a:latin typeface="Arial" panose="020B0604020202020204" pitchFamily="34" charset="0"/>
                          <a:cs typeface="Arial" panose="020B0604020202020204" pitchFamily="34" charset="0"/>
                        </a:rPr>
                        <a:t>2. </a:t>
                      </a:r>
                      <a:r>
                        <a:rPr lang="en-US" sz="2000" b="0" baseline="0" dirty="0">
                          <a:solidFill>
                            <a:srgbClr val="D9D9D9"/>
                          </a:solidFill>
                          <a:latin typeface="Arial" panose="020B0604020202020204" pitchFamily="34" charset="0"/>
                          <a:cs typeface="Arial" panose="020B0604020202020204" pitchFamily="34" charset="0"/>
                        </a:rPr>
                        <a:t>For better zoom flexibility, use the zoom slider at the bottom right of the window.</a:t>
                      </a:r>
                    </a:p>
                  </a:txBody>
                  <a:tcPr marL="182880" marT="137160">
                    <a:solidFill>
                      <a:srgbClr val="010101"/>
                    </a:solidFill>
                  </a:tcPr>
                </a:tc>
                <a:extLst>
                  <a:ext uri="{0D108BD9-81ED-4DB2-BD59-A6C34878D82A}">
                    <a16:rowId xmlns:a16="http://schemas.microsoft.com/office/drawing/2014/main" val="10001"/>
                  </a:ext>
                </a:extLst>
              </a:tr>
              <a:tr h="1800526">
                <a:tc gridSpan="2">
                  <a:txBody>
                    <a:bodyPr/>
                    <a:lstStyle/>
                    <a:p>
                      <a:pPr marL="0" marR="0" lvl="0" indent="0" algn="l" defTabSz="4388900" rtl="0" eaLnBrk="1" fontAlgn="auto" latinLnBrk="0" hangingPunct="1">
                        <a:lnSpc>
                          <a:spcPct val="100000"/>
                        </a:lnSpc>
                        <a:spcBef>
                          <a:spcPts val="0"/>
                        </a:spcBef>
                        <a:spcAft>
                          <a:spcPts val="0"/>
                        </a:spcAft>
                        <a:buClrTx/>
                        <a:buSzTx/>
                        <a:buFontTx/>
                        <a:buNone/>
                        <a:tabLst/>
                        <a:defRPr/>
                      </a:pPr>
                      <a:r>
                        <a:rPr lang="en-US" sz="2400" b="1" baseline="0" dirty="0">
                          <a:solidFill>
                            <a:srgbClr val="FFC000"/>
                          </a:solidFill>
                          <a:latin typeface="Arial" panose="020B0604020202020204" pitchFamily="34" charset="0"/>
                          <a:cs typeface="Arial" panose="020B0604020202020204" pitchFamily="34" charset="0"/>
                        </a:rPr>
                        <a:t>Ruler and Guides</a:t>
                      </a:r>
                      <a:br>
                        <a:rPr lang="en-US" sz="2000" b="0" baseline="0" dirty="0">
                          <a:solidFill>
                            <a:srgbClr val="FFC000"/>
                          </a:solidFill>
                          <a:latin typeface="Arial" panose="020B0604020202020204" pitchFamily="34" charset="0"/>
                          <a:cs typeface="Arial" panose="020B0604020202020204" pitchFamily="34" charset="0"/>
                        </a:rPr>
                      </a:br>
                      <a:r>
                        <a:rPr lang="en-US" sz="2000" b="0" baseline="0" dirty="0">
                          <a:solidFill>
                            <a:srgbClr val="D9D9D9"/>
                          </a:solidFill>
                          <a:latin typeface="Arial" panose="020B0604020202020204" pitchFamily="34" charset="0"/>
                          <a:cs typeface="Arial" panose="020B0604020202020204" pitchFamily="34" charset="0"/>
                        </a:rPr>
                        <a:t>The dotted lines on his poster template are guides.  The horizontal and vertical guides will help you align your poster elements accurately. Text boxes and other elements will ”snap” to the guides and stay within the boundaries of the columns. To hide the guides go to VIEW and uncheck the Guides box.</a:t>
                      </a:r>
                    </a:p>
                  </a:txBody>
                  <a:tcPr>
                    <a:solidFill>
                      <a:srgbClr val="010101"/>
                    </a:solidFill>
                  </a:tcPr>
                </a:tc>
                <a:tc hMerge="1">
                  <a:txBody>
                    <a:bodyPr/>
                    <a:lstStyle/>
                    <a:p>
                      <a:endParaRPr lang="en-US" sz="2400" b="0" baseline="0" dirty="0">
                        <a:solidFill>
                          <a:schemeClr val="bg1"/>
                        </a:solidFill>
                        <a:latin typeface="Arial" panose="020B0604020202020204" pitchFamily="34" charset="0"/>
                        <a:cs typeface="Arial" panose="020B0604020202020204" pitchFamily="34" charset="0"/>
                      </a:endParaRPr>
                    </a:p>
                  </a:txBody>
                  <a:tcPr marL="182880" marT="137160">
                    <a:solidFill>
                      <a:schemeClr val="tx1">
                        <a:lumMod val="95000"/>
                        <a:lumOff val="5000"/>
                      </a:schemeClr>
                    </a:solidFill>
                  </a:tcPr>
                </a:tc>
                <a:extLst>
                  <a:ext uri="{0D108BD9-81ED-4DB2-BD59-A6C34878D82A}">
                    <a16:rowId xmlns:a16="http://schemas.microsoft.com/office/drawing/2014/main" val="10002"/>
                  </a:ext>
                </a:extLst>
              </a:tr>
              <a:tr h="3824339">
                <a:tc>
                  <a:txBody>
                    <a:bodyPr/>
                    <a:lstStyle/>
                    <a:p>
                      <a:endParaRPr lang="en-US" sz="2000" dirty="0">
                        <a:solidFill>
                          <a:srgbClr val="1F3A4E"/>
                        </a:solidFill>
                      </a:endParaRPr>
                    </a:p>
                  </a:txBody>
                  <a:tcPr>
                    <a:blipFill rotWithShape="1">
                      <a:blip r:embed="rId4"/>
                      <a:stretch>
                        <a:fillRect/>
                      </a:stretch>
                    </a:blipFill>
                  </a:tcPr>
                </a:tc>
                <a:tc>
                  <a:txBody>
                    <a:bodyPr/>
                    <a:lstStyle/>
                    <a:p>
                      <a:pPr marL="0" lvl="1" indent="0" algn="l" defTabSz="114300"/>
                      <a:r>
                        <a:rPr lang="en-US" sz="2400" b="1" baseline="0" dirty="0">
                          <a:solidFill>
                            <a:srgbClr val="FFC000"/>
                          </a:solidFill>
                          <a:latin typeface="Arial" panose="020B0604020202020204" pitchFamily="34" charset="0"/>
                          <a:cs typeface="Arial" panose="020B0604020202020204" pitchFamily="34" charset="0"/>
                        </a:rPr>
                        <a:t>Headers and text containers</a:t>
                      </a:r>
                      <a:br>
                        <a:rPr lang="en-US" sz="2000" b="0" baseline="0" dirty="0">
                          <a:solidFill>
                            <a:schemeClr val="bg1"/>
                          </a:solidFill>
                          <a:latin typeface="Arial" panose="020B0604020202020204" pitchFamily="34" charset="0"/>
                          <a:cs typeface="Arial" panose="020B0604020202020204" pitchFamily="34" charset="0"/>
                        </a:rPr>
                      </a:br>
                      <a:r>
                        <a:rPr lang="en-US" sz="2000" b="0" baseline="0" dirty="0">
                          <a:solidFill>
                            <a:srgbClr val="D9D9D9"/>
                          </a:solidFill>
                          <a:latin typeface="Arial" panose="020B0604020202020204" pitchFamily="34" charset="0"/>
                          <a:cs typeface="Arial" panose="020B0604020202020204" pitchFamily="34" charset="0"/>
                        </a:rPr>
                        <a:t>Included in this template are commonly used section headers such as Abstract, Objectives, Methods, Results, etc. </a:t>
                      </a:r>
                      <a:br>
                        <a:rPr lang="en-US" sz="2000" b="0" baseline="0" dirty="0">
                          <a:solidFill>
                            <a:schemeClr val="bg1"/>
                          </a:solidFill>
                          <a:latin typeface="Arial" panose="020B0604020202020204" pitchFamily="34" charset="0"/>
                          <a:cs typeface="Arial" panose="020B0604020202020204" pitchFamily="34" charset="0"/>
                        </a:rPr>
                      </a:br>
                      <a:r>
                        <a:rPr lang="en-US" sz="2000" b="0" baseline="0" dirty="0">
                          <a:solidFill>
                            <a:srgbClr val="FFC000"/>
                          </a:solidFill>
                          <a:latin typeface="Arial" panose="020B0604020202020204" pitchFamily="34" charset="0"/>
                          <a:cs typeface="Arial" panose="020B0604020202020204" pitchFamily="34" charset="0"/>
                        </a:rPr>
                        <a:t>-</a:t>
                      </a:r>
                      <a:r>
                        <a:rPr lang="en-US" sz="2000" b="0" baseline="0" dirty="0">
                          <a:solidFill>
                            <a:schemeClr val="bg1"/>
                          </a:solidFill>
                          <a:latin typeface="Arial" panose="020B0604020202020204" pitchFamily="34" charset="0"/>
                          <a:cs typeface="Arial" panose="020B0604020202020204" pitchFamily="34" charset="0"/>
                        </a:rPr>
                        <a:t> </a:t>
                      </a:r>
                      <a:r>
                        <a:rPr lang="en-US" sz="2000" b="0" baseline="0" dirty="0">
                          <a:solidFill>
                            <a:srgbClr val="D9D9D9"/>
                          </a:solidFill>
                          <a:latin typeface="Arial" panose="020B0604020202020204" pitchFamily="34" charset="0"/>
                          <a:cs typeface="Arial" panose="020B0604020202020204" pitchFamily="34" charset="0"/>
                        </a:rPr>
                        <a:t>Click inside a section header to add its text. </a:t>
                      </a:r>
                      <a:br>
                        <a:rPr lang="en-US" sz="2000" b="0" baseline="0" dirty="0">
                          <a:solidFill>
                            <a:schemeClr val="bg1"/>
                          </a:solidFill>
                          <a:latin typeface="Arial" panose="020B0604020202020204" pitchFamily="34" charset="0"/>
                          <a:cs typeface="Arial" panose="020B0604020202020204" pitchFamily="34" charset="0"/>
                        </a:rPr>
                      </a:br>
                      <a:r>
                        <a:rPr lang="en-US" sz="2000" b="0" baseline="0" dirty="0">
                          <a:solidFill>
                            <a:srgbClr val="FFC000"/>
                          </a:solidFill>
                          <a:latin typeface="Arial" panose="020B0604020202020204" pitchFamily="34" charset="0"/>
                          <a:cs typeface="Arial" panose="020B0604020202020204" pitchFamily="34" charset="0"/>
                        </a:rPr>
                        <a:t>-</a:t>
                      </a:r>
                      <a:r>
                        <a:rPr lang="en-US" sz="2000" b="0" baseline="0" dirty="0">
                          <a:solidFill>
                            <a:schemeClr val="bg1"/>
                          </a:solidFill>
                          <a:latin typeface="Arial" panose="020B0604020202020204" pitchFamily="34" charset="0"/>
                          <a:cs typeface="Arial" panose="020B0604020202020204" pitchFamily="34" charset="0"/>
                        </a:rPr>
                        <a:t> </a:t>
                      </a:r>
                      <a:r>
                        <a:rPr lang="en-US" sz="2000" b="0" baseline="0" dirty="0">
                          <a:solidFill>
                            <a:srgbClr val="D9D9D9"/>
                          </a:solidFill>
                          <a:latin typeface="Arial" panose="020B0604020202020204" pitchFamily="34" charset="0"/>
                          <a:cs typeface="Arial" panose="020B0604020202020204" pitchFamily="34" charset="0"/>
                        </a:rPr>
                        <a:t>To add another header, click on edge of the section box so that it is outlined. Copy and paste it. </a:t>
                      </a:r>
                      <a:br>
                        <a:rPr lang="en-US" sz="2000" b="0" baseline="0" dirty="0">
                          <a:solidFill>
                            <a:schemeClr val="bg1"/>
                          </a:solidFill>
                          <a:latin typeface="Arial" panose="020B0604020202020204" pitchFamily="34" charset="0"/>
                          <a:cs typeface="Arial" panose="020B0604020202020204" pitchFamily="34" charset="0"/>
                        </a:rPr>
                      </a:br>
                      <a:r>
                        <a:rPr lang="en-US" sz="2000" b="0" baseline="0" dirty="0">
                          <a:solidFill>
                            <a:srgbClr val="FFC000"/>
                          </a:solidFill>
                          <a:latin typeface="Arial" panose="020B0604020202020204" pitchFamily="34" charset="0"/>
                          <a:cs typeface="Arial" panose="020B0604020202020204" pitchFamily="34" charset="0"/>
                        </a:rPr>
                        <a:t>-</a:t>
                      </a:r>
                      <a:r>
                        <a:rPr lang="en-US" sz="2000" b="0" baseline="0" dirty="0">
                          <a:solidFill>
                            <a:schemeClr val="bg1"/>
                          </a:solidFill>
                          <a:latin typeface="Arial" panose="020B0604020202020204" pitchFamily="34" charset="0"/>
                          <a:cs typeface="Arial" panose="020B0604020202020204" pitchFamily="34" charset="0"/>
                        </a:rPr>
                        <a:t> </a:t>
                      </a:r>
                      <a:r>
                        <a:rPr lang="en-US" sz="2000" b="0" baseline="0" dirty="0">
                          <a:solidFill>
                            <a:srgbClr val="D9D9D9"/>
                          </a:solidFill>
                          <a:latin typeface="Arial" panose="020B0604020202020204" pitchFamily="34" charset="0"/>
                          <a:cs typeface="Arial" panose="020B0604020202020204" pitchFamily="34" charset="0"/>
                        </a:rPr>
                        <a:t>To increase its size, click on the white circles and expand to the the desired size.</a:t>
                      </a:r>
                    </a:p>
                  </a:txBody>
                  <a:tcPr marL="182880" marT="137160">
                    <a:solidFill>
                      <a:srgbClr val="010101"/>
                    </a:solidFill>
                  </a:tcPr>
                </a:tc>
                <a:extLst>
                  <a:ext uri="{0D108BD9-81ED-4DB2-BD59-A6C34878D82A}">
                    <a16:rowId xmlns:a16="http://schemas.microsoft.com/office/drawing/2014/main" val="10003"/>
                  </a:ext>
                </a:extLst>
              </a:tr>
              <a:tr h="3519135">
                <a:tc gridSpan="2">
                  <a:txBody>
                    <a:bodyPr/>
                    <a:lstStyle/>
                    <a:p>
                      <a:r>
                        <a:rPr lang="en-US" sz="2400" b="1" dirty="0">
                          <a:solidFill>
                            <a:srgbClr val="FFC000"/>
                          </a:solidFill>
                          <a:latin typeface="Arial" panose="020B0604020202020204" pitchFamily="34" charset="0"/>
                          <a:cs typeface="Arial" panose="020B0604020202020204" pitchFamily="34" charset="0"/>
                        </a:rPr>
                        <a:t>Adding content to the poster</a:t>
                      </a:r>
                    </a:p>
                    <a:p>
                      <a:r>
                        <a:rPr lang="en-US" sz="2000" baseline="0" dirty="0">
                          <a:solidFill>
                            <a:srgbClr val="D9D9D9"/>
                          </a:solidFill>
                          <a:latin typeface="Arial" panose="020B0604020202020204" pitchFamily="34" charset="0"/>
                          <a:cs typeface="Arial" panose="020B0604020202020204" pitchFamily="34" charset="0"/>
                        </a:rPr>
                        <a:t>Start by adding your text to each section without spending too much time with formatting. Use the default font size even if your text extends beyond the bottom of the poster. Continue until you have added all your content including text, graphics, photos, etc. Once you finish adding your content you can go back and format your text as needed.</a:t>
                      </a:r>
                    </a:p>
                    <a:p>
                      <a:pPr marL="342900" indent="-342900">
                        <a:buFontTx/>
                        <a:buChar char="-"/>
                      </a:pPr>
                      <a:r>
                        <a:rPr lang="en-US" sz="2000" baseline="0" dirty="0">
                          <a:solidFill>
                            <a:srgbClr val="D9D9D9"/>
                          </a:solidFill>
                          <a:latin typeface="Arial" panose="020B0604020202020204" pitchFamily="34" charset="0"/>
                          <a:cs typeface="Arial" panose="020B0604020202020204" pitchFamily="34" charset="0"/>
                        </a:rPr>
                        <a:t>If you run out of room, try to reduce the size of your fonts and/or the size of your graphics. If there is a lot of empty space try to increase your font sizes and the size of your graphics. The font used for references can be smaller.</a:t>
                      </a:r>
                      <a:endParaRPr lang="en-US" sz="2000" dirty="0">
                        <a:solidFill>
                          <a:srgbClr val="D9D9D9"/>
                        </a:solidFill>
                        <a:latin typeface="Arial" panose="020B0604020202020204" pitchFamily="34" charset="0"/>
                        <a:cs typeface="Arial" panose="020B0604020202020204" pitchFamily="34" charset="0"/>
                      </a:endParaRPr>
                    </a:p>
                  </a:txBody>
                  <a:tcPr>
                    <a:solidFill>
                      <a:srgbClr val="010101"/>
                    </a:solidFill>
                  </a:tcPr>
                </a:tc>
                <a:tc hMerge="1">
                  <a:txBody>
                    <a:bodyPr/>
                    <a:lstStyle/>
                    <a:p>
                      <a:endParaRPr lang="en-US" sz="2400" dirty="0">
                        <a:solidFill>
                          <a:schemeClr val="bg1"/>
                        </a:solidFill>
                        <a:latin typeface="Arial" panose="020B0604020202020204" pitchFamily="34" charset="0"/>
                        <a:cs typeface="Arial" panose="020B0604020202020204" pitchFamily="34" charset="0"/>
                      </a:endParaRPr>
                    </a:p>
                  </a:txBody>
                  <a:tcPr marL="182880" marT="137160">
                    <a:solidFill>
                      <a:srgbClr val="010101"/>
                    </a:solidFill>
                  </a:tcPr>
                </a:tc>
                <a:extLst>
                  <a:ext uri="{0D108BD9-81ED-4DB2-BD59-A6C34878D82A}">
                    <a16:rowId xmlns:a16="http://schemas.microsoft.com/office/drawing/2014/main" val="10004"/>
                  </a:ext>
                </a:extLst>
              </a:tr>
              <a:tr h="2377657">
                <a:tc gridSpan="2">
                  <a:txBody>
                    <a:bodyPr/>
                    <a:lstStyle/>
                    <a:p>
                      <a:pPr marL="0" marR="0" lvl="0" indent="0" algn="l" defTabSz="1518341" rtl="0" eaLnBrk="1" fontAlgn="auto" latinLnBrk="0" hangingPunct="1">
                        <a:lnSpc>
                          <a:spcPct val="100000"/>
                        </a:lnSpc>
                        <a:spcBef>
                          <a:spcPts val="0"/>
                        </a:spcBef>
                        <a:spcAft>
                          <a:spcPts val="0"/>
                        </a:spcAft>
                        <a:buClrTx/>
                        <a:buSzTx/>
                        <a:buFontTx/>
                        <a:buNone/>
                        <a:tabLst/>
                        <a:defRPr/>
                      </a:pPr>
                      <a:r>
                        <a:rPr lang="en-US" sz="2400" b="1" noProof="0" dirty="0">
                          <a:solidFill>
                            <a:srgbClr val="FFC000"/>
                          </a:solidFill>
                          <a:latin typeface="Arial" panose="020B0604020202020204" pitchFamily="34" charset="0"/>
                          <a:cs typeface="Arial" panose="020B0604020202020204" pitchFamily="34" charset="0"/>
                        </a:rPr>
                        <a:t>Photos</a:t>
                      </a:r>
                    </a:p>
                    <a:p>
                      <a:pPr marL="0" marR="0" lvl="0" indent="0" algn="l" defTabSz="977900" rtl="0" eaLnBrk="1" fontAlgn="auto" latinLnBrk="0" hangingPunct="1">
                        <a:lnSpc>
                          <a:spcPct val="100000"/>
                        </a:lnSpc>
                        <a:spcBef>
                          <a:spcPts val="0"/>
                        </a:spcBef>
                        <a:spcAft>
                          <a:spcPts val="0"/>
                        </a:spcAft>
                        <a:buClrTx/>
                        <a:buSzTx/>
                        <a:buFontTx/>
                        <a:buNone/>
                        <a:tabLst/>
                        <a:defRPr/>
                      </a:pPr>
                      <a:r>
                        <a:rPr kumimoji="0" lang="en-US" sz="2000" b="0" i="0" u="none" strike="noStrike" kern="1200" cap="none" spc="0" normalizeH="0" baseline="0" noProof="0" dirty="0">
                          <a:ln>
                            <a:noFill/>
                          </a:ln>
                          <a:solidFill>
                            <a:srgbClr val="D9D9D9"/>
                          </a:solidFill>
                          <a:effectLst/>
                          <a:uLnTx/>
                          <a:uFillTx/>
                          <a:latin typeface="Arial"/>
                          <a:ea typeface="+mn-ea"/>
                          <a:cs typeface="Arial"/>
                        </a:rPr>
                        <a:t>You can add photos by dragging and dropping from your desktop, copy and paste, or by going to INSERT &gt; PICTURES. Resize images proportionally by holding down the SHIFT key and dragging one of the white corner handles (dots). For a professional-looking poster, do not distort your images by stretching them disproportionally.</a:t>
                      </a:r>
                    </a:p>
                  </a:txBody>
                  <a:tcPr marL="182880" marT="137160">
                    <a:solidFill>
                      <a:srgbClr val="010101"/>
                    </a:solidFill>
                  </a:tcPr>
                </a:tc>
                <a:tc hMerge="1">
                  <a:txBody>
                    <a:bodyPr/>
                    <a:lstStyle/>
                    <a:p>
                      <a:pPr marL="0" marR="0" lvl="0" indent="0" algn="l" defTabSz="1518341" rtl="0" eaLnBrk="1" fontAlgn="auto" latinLnBrk="0" hangingPunct="1">
                        <a:lnSpc>
                          <a:spcPct val="100000"/>
                        </a:lnSpc>
                        <a:spcBef>
                          <a:spcPts val="0"/>
                        </a:spcBef>
                        <a:spcAft>
                          <a:spcPts val="0"/>
                        </a:spcAft>
                        <a:buClrTx/>
                        <a:buSzTx/>
                        <a:buFontTx/>
                        <a:buNone/>
                        <a:tabLst/>
                        <a:defRPr/>
                      </a:pPr>
                      <a:endParaRPr lang="en-US" sz="2200" noProof="0" dirty="0">
                        <a:latin typeface="Arial" panose="020B0604020202020204" pitchFamily="34" charset="0"/>
                        <a:cs typeface="Arial" panose="020B0604020202020204" pitchFamily="34" charset="0"/>
                      </a:endParaRPr>
                    </a:p>
                  </a:txBody>
                  <a:tcPr/>
                </a:tc>
                <a:extLst>
                  <a:ext uri="{0D108BD9-81ED-4DB2-BD59-A6C34878D82A}">
                    <a16:rowId xmlns:a16="http://schemas.microsoft.com/office/drawing/2014/main" val="10005"/>
                  </a:ext>
                </a:extLst>
              </a:tr>
              <a:tr h="2293170">
                <a:tc gridSpan="2">
                  <a:txBody>
                    <a:bodyPr/>
                    <a:lstStyle/>
                    <a:p>
                      <a:endParaRPr lang="en-US" sz="2000" dirty="0">
                        <a:solidFill>
                          <a:schemeClr val="bg1"/>
                        </a:solidFill>
                        <a:latin typeface="Arial" panose="020B0604020202020204" pitchFamily="34" charset="0"/>
                        <a:cs typeface="Arial" panose="020B0604020202020204" pitchFamily="34" charset="0"/>
                      </a:endParaRPr>
                    </a:p>
                  </a:txBody>
                  <a:tcPr marL="182880" marT="137160">
                    <a:blipFill rotWithShape="1">
                      <a:blip r:embed="rId5"/>
                      <a:stretch>
                        <a:fillRect/>
                      </a:stretch>
                    </a:blipFill>
                  </a:tcPr>
                </a:tc>
                <a:tc hMerge="1">
                  <a:txBody>
                    <a:bodyPr/>
                    <a:lstStyle/>
                    <a:p>
                      <a:endParaRPr lang="en-US" sz="2400" dirty="0">
                        <a:solidFill>
                          <a:srgbClr val="1F3A4E"/>
                        </a:solidFill>
                      </a:endParaRPr>
                    </a:p>
                  </a:txBody>
                  <a:tcPr/>
                </a:tc>
                <a:extLst>
                  <a:ext uri="{0D108BD9-81ED-4DB2-BD59-A6C34878D82A}">
                    <a16:rowId xmlns:a16="http://schemas.microsoft.com/office/drawing/2014/main" val="10006"/>
                  </a:ext>
                </a:extLst>
              </a:tr>
              <a:tr h="1280277">
                <a:tc gridSpan="2">
                  <a:txBody>
                    <a:bodyPr/>
                    <a:lstStyle/>
                    <a:p>
                      <a:pPr marL="0" marR="0" lvl="0" indent="0" algn="l" defTabSz="1518341" rtl="0" eaLnBrk="1" fontAlgn="auto" latinLnBrk="0" hangingPunct="1">
                        <a:lnSpc>
                          <a:spcPct val="100000"/>
                        </a:lnSpc>
                        <a:spcBef>
                          <a:spcPts val="0"/>
                        </a:spcBef>
                        <a:spcAft>
                          <a:spcPts val="0"/>
                        </a:spcAft>
                        <a:buClrTx/>
                        <a:buSzTx/>
                        <a:buFontTx/>
                        <a:buNone/>
                        <a:tabLst/>
                        <a:defRPr/>
                      </a:pPr>
                      <a:r>
                        <a:rPr lang="en-US" sz="2400" b="1" noProof="0" dirty="0">
                          <a:solidFill>
                            <a:srgbClr val="FFC000"/>
                          </a:solidFill>
                          <a:latin typeface="Arial"/>
                          <a:cs typeface="Arial"/>
                        </a:rPr>
                        <a:t>Quality check your graphics</a:t>
                      </a:r>
                    </a:p>
                    <a:p>
                      <a:pPr marL="0" marR="0" lvl="0" indent="0" algn="l" defTabSz="1518341" rtl="0" eaLnBrk="1" fontAlgn="auto" latinLnBrk="0" hangingPunct="1">
                        <a:lnSpc>
                          <a:spcPct val="100000"/>
                        </a:lnSpc>
                        <a:spcBef>
                          <a:spcPts val="0"/>
                        </a:spcBef>
                        <a:spcAft>
                          <a:spcPts val="0"/>
                        </a:spcAft>
                        <a:buClrTx/>
                        <a:buSzTx/>
                        <a:buFontTx/>
                        <a:buNone/>
                        <a:tabLst/>
                        <a:defRPr/>
                      </a:pPr>
                      <a:r>
                        <a:rPr lang="en-US" sz="2000" noProof="0" dirty="0">
                          <a:solidFill>
                            <a:srgbClr val="D9D9D9"/>
                          </a:solidFill>
                          <a:latin typeface="Arial"/>
                          <a:cs typeface="Arial"/>
                        </a:rPr>
                        <a:t>Zoom in and look at your images at 100%-200% magnification. If they look clear, they will print well. </a:t>
                      </a:r>
                    </a:p>
                  </a:txBody>
                  <a:tcPr marL="182880" marT="137160">
                    <a:solidFill>
                      <a:srgbClr val="010101"/>
                    </a:solidFill>
                  </a:tcPr>
                </a:tc>
                <a:tc hMerge="1">
                  <a:txBody>
                    <a:bodyPr/>
                    <a:lstStyle/>
                    <a:p>
                      <a:endParaRPr lang="en-US" sz="2400" dirty="0">
                        <a:solidFill>
                          <a:srgbClr val="1F3A4E"/>
                        </a:solidFill>
                      </a:endParaRPr>
                    </a:p>
                  </a:txBody>
                  <a:tcPr>
                    <a:solidFill>
                      <a:schemeClr val="tx1">
                        <a:lumMod val="95000"/>
                        <a:lumOff val="5000"/>
                      </a:schemeClr>
                    </a:solidFill>
                  </a:tcPr>
                </a:tc>
                <a:extLst>
                  <a:ext uri="{0D108BD9-81ED-4DB2-BD59-A6C34878D82A}">
                    <a16:rowId xmlns:a16="http://schemas.microsoft.com/office/drawing/2014/main" val="10007"/>
                  </a:ext>
                </a:extLst>
              </a:tr>
              <a:tr h="3187270">
                <a:tc gridSpan="2">
                  <a:txBody>
                    <a:bodyPr/>
                    <a:lstStyle/>
                    <a:p>
                      <a:pPr marL="0" marR="0" lvl="0" indent="0" algn="l" defTabSz="1518341" rtl="0" eaLnBrk="1" fontAlgn="auto" latinLnBrk="0" hangingPunct="1">
                        <a:lnSpc>
                          <a:spcPct val="100000"/>
                        </a:lnSpc>
                        <a:spcBef>
                          <a:spcPts val="0"/>
                        </a:spcBef>
                        <a:spcAft>
                          <a:spcPts val="0"/>
                        </a:spcAft>
                        <a:buClrTx/>
                        <a:buSzTx/>
                        <a:buFontTx/>
                        <a:buNone/>
                        <a:tabLst/>
                        <a:defRPr/>
                      </a:pPr>
                      <a:endParaRPr lang="en-US" sz="2000" noProof="0" dirty="0">
                        <a:solidFill>
                          <a:schemeClr val="bg1"/>
                        </a:solidFill>
                        <a:latin typeface="Arial"/>
                        <a:cs typeface="Arial"/>
                      </a:endParaRPr>
                    </a:p>
                  </a:txBody>
                  <a:tcPr marL="182880" marT="137160">
                    <a:blipFill rotWithShape="1">
                      <a:blip r:embed="rId6"/>
                      <a:stretch>
                        <a:fillRect/>
                      </a:stretch>
                    </a:blipFill>
                  </a:tcPr>
                </a:tc>
                <a:tc hMerge="1">
                  <a:txBody>
                    <a:bodyPr/>
                    <a:lstStyle/>
                    <a:p>
                      <a:endParaRPr lang="en-US"/>
                    </a:p>
                  </a:txBody>
                  <a:tcPr/>
                </a:tc>
                <a:extLst>
                  <a:ext uri="{0D108BD9-81ED-4DB2-BD59-A6C34878D82A}">
                    <a16:rowId xmlns:a16="http://schemas.microsoft.com/office/drawing/2014/main" val="10010"/>
                  </a:ext>
                </a:extLst>
              </a:tr>
            </a:tbl>
          </a:graphicData>
        </a:graphic>
      </p:graphicFrame>
      <p:graphicFrame>
        <p:nvGraphicFramePr>
          <p:cNvPr id="13" name="Table 12">
            <a:extLst>
              <a:ext uri="{FF2B5EF4-FFF2-40B4-BE49-F238E27FC236}">
                <a16:creationId xmlns:a16="http://schemas.microsoft.com/office/drawing/2014/main" id="{72BD4B14-1893-B4DB-61A1-412ACC2BFADA}"/>
              </a:ext>
            </a:extLst>
          </p:cNvPr>
          <p:cNvGraphicFramePr>
            <a:graphicFrameLocks noGrp="1"/>
          </p:cNvGraphicFramePr>
          <p:nvPr userDrawn="1">
            <p:extLst>
              <p:ext uri="{D42A27DB-BD31-4B8C-83A1-F6EECF244321}">
                <p14:modId xmlns:p14="http://schemas.microsoft.com/office/powerpoint/2010/main" val="1007574606"/>
              </p:ext>
            </p:extLst>
          </p:nvPr>
        </p:nvGraphicFramePr>
        <p:xfrm>
          <a:off x="44695229" y="-84749"/>
          <a:ext cx="9430188" cy="33075070"/>
        </p:xfrm>
        <a:graphic>
          <a:graphicData uri="http://schemas.openxmlformats.org/drawingml/2006/table">
            <a:tbl>
              <a:tblPr firstRow="1" bandRow="1">
                <a:tableStyleId>{5C22544A-7EE6-4342-B048-85BDC9FD1C3A}</a:tableStyleId>
              </a:tblPr>
              <a:tblGrid>
                <a:gridCol w="3343835">
                  <a:extLst>
                    <a:ext uri="{9D8B030D-6E8A-4147-A177-3AD203B41FA5}">
                      <a16:colId xmlns:a16="http://schemas.microsoft.com/office/drawing/2014/main" val="20000"/>
                    </a:ext>
                  </a:extLst>
                </a:gridCol>
                <a:gridCol w="1381559">
                  <a:extLst>
                    <a:ext uri="{9D8B030D-6E8A-4147-A177-3AD203B41FA5}">
                      <a16:colId xmlns:a16="http://schemas.microsoft.com/office/drawing/2014/main" val="997673227"/>
                    </a:ext>
                  </a:extLst>
                </a:gridCol>
                <a:gridCol w="4704794">
                  <a:extLst>
                    <a:ext uri="{9D8B030D-6E8A-4147-A177-3AD203B41FA5}">
                      <a16:colId xmlns:a16="http://schemas.microsoft.com/office/drawing/2014/main" val="4164475170"/>
                    </a:ext>
                  </a:extLst>
                </a:gridCol>
              </a:tblGrid>
              <a:tr h="1756432">
                <a:tc gridSpan="3">
                  <a:txBody>
                    <a:bodyPr/>
                    <a:lstStyle/>
                    <a:p>
                      <a:pPr marL="0" marR="0" indent="0" algn="ctr" defTabSz="4388900" rtl="0" eaLnBrk="1" fontAlgn="auto" latinLnBrk="0" hangingPunct="1">
                        <a:lnSpc>
                          <a:spcPct val="100000"/>
                        </a:lnSpc>
                        <a:spcBef>
                          <a:spcPts val="0"/>
                        </a:spcBef>
                        <a:spcAft>
                          <a:spcPts val="0"/>
                        </a:spcAft>
                        <a:buClrTx/>
                        <a:buSzTx/>
                        <a:buFontTx/>
                        <a:buNone/>
                        <a:tabLst/>
                        <a:defRPr/>
                      </a:pPr>
                      <a:r>
                        <a:rPr lang="en-US" sz="4000" b="0" spc="600" dirty="0">
                          <a:solidFill>
                            <a:srgbClr val="1F3A4E"/>
                          </a:solidFill>
                          <a:latin typeface="Arial Black" panose="020B0A04020102020204" pitchFamily="34" charset="0"/>
                        </a:rPr>
                        <a:t>QUICK START GUIDE</a:t>
                      </a:r>
                      <a:br>
                        <a:rPr lang="en-US" sz="4000" b="0" spc="600" dirty="0">
                          <a:solidFill>
                            <a:srgbClr val="1F3A4E"/>
                          </a:solidFill>
                          <a:latin typeface="Arial Black" panose="020B0A04020102020204" pitchFamily="34" charset="0"/>
                        </a:rPr>
                      </a:br>
                      <a:r>
                        <a:rPr lang="en-US" sz="3200" b="1" spc="0" dirty="0">
                          <a:solidFill>
                            <a:srgbClr val="FF0000"/>
                          </a:solidFill>
                          <a:latin typeface="Trebuchet MS" pitchFamily="34" charset="0"/>
                        </a:rPr>
                        <a:t>(THIS SIDEBAR WILL NOT PRINT)</a:t>
                      </a:r>
                      <a:endParaRPr lang="en-US" sz="4000" b="1" spc="600" dirty="0">
                        <a:solidFill>
                          <a:schemeClr val="bg1"/>
                        </a:solidFill>
                        <a:latin typeface="Trebuchet MS" pitchFamily="34" charset="0"/>
                      </a:endParaRPr>
                    </a:p>
                  </a:txBody>
                  <a:tcPr marL="182880" marT="137160">
                    <a:solidFill>
                      <a:srgbClr val="FFC000"/>
                    </a:solidFill>
                  </a:tcPr>
                </a:tc>
                <a:tc hMerge="1">
                  <a:txBody>
                    <a:bodyPr/>
                    <a:lstStyle/>
                    <a:p>
                      <a:endParaRPr lang="en-US"/>
                    </a:p>
                  </a:txBody>
                  <a:tcPr/>
                </a:tc>
                <a:tc hMerge="1">
                  <a:txBody>
                    <a:bodyPr/>
                    <a:lstStyle/>
                    <a:p>
                      <a:endParaRPr lang="en-US"/>
                    </a:p>
                  </a:txBody>
                  <a:tcPr/>
                </a:tc>
                <a:extLst>
                  <a:ext uri="{0D108BD9-81ED-4DB2-BD59-A6C34878D82A}">
                    <a16:rowId xmlns:a16="http://schemas.microsoft.com/office/drawing/2014/main" val="10000"/>
                  </a:ext>
                </a:extLst>
              </a:tr>
              <a:tr h="5563101">
                <a:tc gridSpan="3">
                  <a:txBody>
                    <a:bodyPr/>
                    <a:lstStyle/>
                    <a:p>
                      <a:pPr algn="l"/>
                      <a:r>
                        <a:rPr lang="en-US" sz="2800" b="1" baseline="0" dirty="0">
                          <a:solidFill>
                            <a:srgbClr val="FFC000"/>
                          </a:solidFill>
                          <a:latin typeface="Arial" panose="020B0604020202020204" pitchFamily="34" charset="0"/>
                          <a:cs typeface="Arial" panose="020B0604020202020204" pitchFamily="34" charset="0"/>
                        </a:rPr>
                        <a:t>How to change the template colors</a:t>
                      </a:r>
                    </a:p>
                    <a:p>
                      <a:pPr marL="0" indent="0" algn="l" defTabSz="114300"/>
                      <a:r>
                        <a:rPr lang="en-US" sz="2400" b="0" baseline="0" dirty="0">
                          <a:solidFill>
                            <a:srgbClr val="D9D9D9"/>
                          </a:solidFill>
                          <a:latin typeface="Arial" panose="020B0604020202020204" pitchFamily="34" charset="0"/>
                          <a:cs typeface="Arial" panose="020B0604020202020204" pitchFamily="34" charset="0"/>
                        </a:rPr>
                        <a:t>You can change the overall template color theme by clicking on the COLORS dropdown menu under the DESIGN tab. You can see a tutorial here: </a:t>
                      </a:r>
                      <a:r>
                        <a:rPr lang="en-US" sz="2400" dirty="0">
                          <a:solidFill>
                            <a:srgbClr val="FFC000"/>
                          </a:solidFill>
                          <a:hlinkClick r:id="rId7">
                            <a:extLst>
                              <a:ext uri="{A12FA001-AC4F-418D-AE19-62706E023703}">
                                <ahyp:hlinkClr xmlns:ahyp="http://schemas.microsoft.com/office/drawing/2018/hyperlinkcolor" val="tx"/>
                              </a:ext>
                            </a:extLst>
                          </a:hlinkClick>
                        </a:rPr>
                        <a:t>https://www.posterpresentations.com/how-to-change-the-research-poster-template-colors.html</a:t>
                      </a:r>
                      <a:endParaRPr lang="en-US" sz="2400" dirty="0">
                        <a:solidFill>
                          <a:srgbClr val="FFC000"/>
                        </a:solidFill>
                      </a:endParaRPr>
                    </a:p>
                    <a:p>
                      <a:pPr marL="0" indent="0" algn="l" defTabSz="114300"/>
                      <a:endParaRPr lang="en-US" sz="2400" b="0" baseline="0" dirty="0">
                        <a:solidFill>
                          <a:srgbClr val="D9D9D9"/>
                        </a:solidFill>
                        <a:latin typeface="Arial" panose="020B0604020202020204" pitchFamily="34" charset="0"/>
                        <a:cs typeface="Arial" panose="020B0604020202020204" pitchFamily="34" charset="0"/>
                      </a:endParaRPr>
                    </a:p>
                    <a:p>
                      <a:pPr marL="0" indent="0" algn="l" defTabSz="114300"/>
                      <a:r>
                        <a:rPr lang="en-US" sz="2400" b="0" baseline="0" dirty="0">
                          <a:solidFill>
                            <a:srgbClr val="D9D9D9"/>
                          </a:solidFill>
                          <a:latin typeface="Arial" panose="020B0604020202020204" pitchFamily="34" charset="0"/>
                          <a:cs typeface="Arial" panose="020B0604020202020204" pitchFamily="34" charset="0"/>
                        </a:rPr>
                        <a:t>You can also manually change the color of individual elements by going to VIEW &gt; SLIDE MASTER. On the left side of your screen select the background master where you can change the template background, column sizes, etc. </a:t>
                      </a:r>
                    </a:p>
                    <a:p>
                      <a:pPr marL="0" indent="0" algn="l" defTabSz="114300"/>
                      <a:endParaRPr lang="en-US" sz="2400" b="0" baseline="0" dirty="0">
                        <a:solidFill>
                          <a:srgbClr val="D9D9D9"/>
                        </a:solidFill>
                        <a:latin typeface="Arial" panose="020B0604020202020204" pitchFamily="34" charset="0"/>
                        <a:cs typeface="Arial" panose="020B0604020202020204" pitchFamily="34" charset="0"/>
                      </a:endParaRPr>
                    </a:p>
                    <a:p>
                      <a:pPr marL="0" indent="0" algn="l" defTabSz="114300"/>
                      <a:r>
                        <a:rPr lang="en-US" sz="2400" b="0" baseline="0" dirty="0">
                          <a:solidFill>
                            <a:srgbClr val="D9D9D9"/>
                          </a:solidFill>
                          <a:latin typeface="Arial" panose="020B0604020202020204" pitchFamily="34" charset="0"/>
                          <a:cs typeface="Arial" panose="020B0604020202020204" pitchFamily="34" charset="0"/>
                        </a:rPr>
                        <a:t>After you finish working on the SLIDE MASTER, it is important that you go to VIEW &gt; NORMAL to continue working on your poster. </a:t>
                      </a:r>
                    </a:p>
                  </a:txBody>
                  <a:tcPr marL="182880" marT="137160">
                    <a:solidFill>
                      <a:schemeClr val="tx1"/>
                    </a:solidFill>
                  </a:tcPr>
                </a:tc>
                <a:tc hMerge="1">
                  <a:txBody>
                    <a:bodyPr/>
                    <a:lstStyle/>
                    <a:p>
                      <a:endParaRPr lang="en-US" sz="2400" dirty="0">
                        <a:solidFill>
                          <a:srgbClr val="1F3A4E"/>
                        </a:solidFill>
                      </a:endParaRPr>
                    </a:p>
                  </a:txBody>
                  <a:tcPr marL="182880" marT="137160">
                    <a:blipFill rotWithShape="1">
                      <a:blip r:embed="rId8"/>
                      <a:stretch>
                        <a:fillRect/>
                      </a:stretch>
                    </a:blipFill>
                  </a:tcPr>
                </a:tc>
                <a:tc hMerge="1">
                  <a:txBody>
                    <a:bodyPr/>
                    <a:lstStyle/>
                    <a:p>
                      <a:endParaRPr lang="en-US"/>
                    </a:p>
                  </a:txBody>
                  <a:tcPr/>
                </a:tc>
                <a:extLst>
                  <a:ext uri="{0D108BD9-81ED-4DB2-BD59-A6C34878D82A}">
                    <a16:rowId xmlns:a16="http://schemas.microsoft.com/office/drawing/2014/main" val="10001"/>
                  </a:ext>
                </a:extLst>
              </a:tr>
              <a:tr h="3667719">
                <a:tc gridSpan="3">
                  <a:txBody>
                    <a:bodyPr/>
                    <a:lstStyle/>
                    <a:p>
                      <a:r>
                        <a:rPr lang="en-US" sz="2800" b="1" dirty="0">
                          <a:solidFill>
                            <a:srgbClr val="FFC000"/>
                          </a:solidFill>
                          <a:latin typeface="Arial" panose="020B0604020202020204" pitchFamily="34" charset="0"/>
                          <a:cs typeface="Arial" panose="020B0604020202020204" pitchFamily="34" charset="0"/>
                        </a:rPr>
                        <a:t>How to change the column layout configuration</a:t>
                      </a:r>
                    </a:p>
                    <a:p>
                      <a:r>
                        <a:rPr lang="en-US" sz="2400" dirty="0">
                          <a:solidFill>
                            <a:srgbClr val="D9D9D9"/>
                          </a:solidFill>
                          <a:latin typeface="Arial" panose="020B0604020202020204" pitchFamily="34" charset="0"/>
                          <a:cs typeface="Arial" panose="020B0604020202020204" pitchFamily="34" charset="0"/>
                        </a:rPr>
                        <a:t>You can manually change the configuration on the columns by going to VIEW &gt; SLIDE MASTER. You can delete columns, resize them or modify them as needed for your layout. </a:t>
                      </a:r>
                    </a:p>
                    <a:p>
                      <a:pPr marL="0" marR="0" indent="0" algn="l" defTabSz="3765366" rtl="0" eaLnBrk="1" fontAlgn="auto" latinLnBrk="0" hangingPunct="1">
                        <a:lnSpc>
                          <a:spcPct val="100000"/>
                        </a:lnSpc>
                        <a:spcBef>
                          <a:spcPts val="0"/>
                        </a:spcBef>
                        <a:spcAft>
                          <a:spcPts val="0"/>
                        </a:spcAft>
                        <a:buClrTx/>
                        <a:buSzTx/>
                        <a:buFontTx/>
                        <a:buNone/>
                        <a:tabLst/>
                        <a:defRPr/>
                      </a:pPr>
                      <a:r>
                        <a:rPr lang="en-US" sz="2400" dirty="0">
                          <a:solidFill>
                            <a:srgbClr val="D9D9D9"/>
                          </a:solidFill>
                          <a:latin typeface="Arial" panose="020B0604020202020204" pitchFamily="34" charset="0"/>
                          <a:cs typeface="Arial" panose="020B0604020202020204" pitchFamily="34" charset="0"/>
                        </a:rPr>
                        <a:t>You can see a tutorial here: </a:t>
                      </a:r>
                      <a:r>
                        <a:rPr lang="en-US" sz="2400" u="sng" dirty="0">
                          <a:solidFill>
                            <a:srgbClr val="FFC000"/>
                          </a:solidFill>
                          <a:latin typeface="Arial" panose="020B0604020202020204" pitchFamily="34" charset="0"/>
                          <a:cs typeface="Arial" panose="020B0604020202020204" pitchFamily="34" charset="0"/>
                        </a:rPr>
                        <a:t>https://</a:t>
                      </a:r>
                      <a:r>
                        <a:rPr lang="en-US" sz="2400" u="sng" dirty="0" err="1">
                          <a:solidFill>
                            <a:srgbClr val="FFC000"/>
                          </a:solidFill>
                          <a:latin typeface="Arial" panose="020B0604020202020204" pitchFamily="34" charset="0"/>
                          <a:cs typeface="Arial" panose="020B0604020202020204" pitchFamily="34" charset="0"/>
                        </a:rPr>
                        <a:t>www.posterpresentations.com</a:t>
                      </a:r>
                      <a:r>
                        <a:rPr lang="en-US" sz="2400" u="sng" dirty="0">
                          <a:solidFill>
                            <a:srgbClr val="FFC000"/>
                          </a:solidFill>
                          <a:latin typeface="Arial" panose="020B0604020202020204" pitchFamily="34" charset="0"/>
                          <a:cs typeface="Arial" panose="020B0604020202020204" pitchFamily="34" charset="0"/>
                        </a:rPr>
                        <a:t>/how-to-change-the-column-</a:t>
                      </a:r>
                      <a:r>
                        <a:rPr lang="en-US" sz="2400" u="sng" dirty="0" err="1">
                          <a:solidFill>
                            <a:srgbClr val="FFC000"/>
                          </a:solidFill>
                          <a:latin typeface="Arial" panose="020B0604020202020204" pitchFamily="34" charset="0"/>
                          <a:cs typeface="Arial" panose="020B0604020202020204" pitchFamily="34" charset="0"/>
                        </a:rPr>
                        <a:t>configuration.html</a:t>
                      </a:r>
                      <a:endParaRPr lang="en-US" u="sng" dirty="0">
                        <a:solidFill>
                          <a:srgbClr val="FFC000"/>
                        </a:solidFill>
                      </a:endParaRPr>
                    </a:p>
                  </a:txBody>
                  <a:tcPr marL="182880" marT="137160">
                    <a:solidFill>
                      <a:schemeClr val="tx1"/>
                    </a:solidFill>
                  </a:tcPr>
                </a:tc>
                <a:tc hMerge="1">
                  <a:txBody>
                    <a:bodyPr/>
                    <a:lstStyle/>
                    <a:p>
                      <a:endParaRPr lang="en-US" sz="2400" dirty="0">
                        <a:solidFill>
                          <a:srgbClr val="1F3A4E"/>
                        </a:solidFill>
                      </a:endParaRPr>
                    </a:p>
                  </a:txBody>
                  <a:tcPr marL="182880" marT="137160">
                    <a:blipFill rotWithShape="1">
                      <a:blip r:embed="rId9"/>
                      <a:stretch>
                        <a:fillRect/>
                      </a:stretch>
                    </a:blipFill>
                  </a:tcPr>
                </a:tc>
                <a:tc hMerge="1">
                  <a:txBody>
                    <a:bodyPr/>
                    <a:lstStyle/>
                    <a:p>
                      <a:endParaRPr lang="en-US" dirty="0"/>
                    </a:p>
                  </a:txBody>
                  <a:tcPr marL="182880" marT="137160">
                    <a:solidFill>
                      <a:srgbClr val="010101"/>
                    </a:solidFill>
                  </a:tcPr>
                </a:tc>
                <a:extLst>
                  <a:ext uri="{0D108BD9-81ED-4DB2-BD59-A6C34878D82A}">
                    <a16:rowId xmlns:a16="http://schemas.microsoft.com/office/drawing/2014/main" val="10004"/>
                  </a:ext>
                </a:extLst>
              </a:tr>
              <a:tr h="5177074">
                <a:tc gridSpan="2">
                  <a:txBody>
                    <a:bodyPr/>
                    <a:lstStyle/>
                    <a:p>
                      <a:pPr marL="0" marR="0" lvl="0" indent="0" algn="l" defTabSz="1518341" rtl="0" eaLnBrk="1" fontAlgn="auto" latinLnBrk="0" hangingPunct="1">
                        <a:lnSpc>
                          <a:spcPct val="100000"/>
                        </a:lnSpc>
                        <a:spcBef>
                          <a:spcPts val="0"/>
                        </a:spcBef>
                        <a:spcAft>
                          <a:spcPts val="0"/>
                        </a:spcAft>
                        <a:buClrTx/>
                        <a:buSzTx/>
                        <a:buFontTx/>
                        <a:buNone/>
                        <a:tabLst/>
                        <a:defRPr/>
                      </a:pPr>
                      <a:endParaRPr lang="en-US" sz="2400" noProof="0" dirty="0">
                        <a:solidFill>
                          <a:srgbClr val="D9D9D9"/>
                        </a:solidFill>
                        <a:latin typeface="Arial" panose="020B0604020202020204" pitchFamily="34" charset="0"/>
                        <a:cs typeface="Arial" panose="020B0604020202020204" pitchFamily="34" charset="0"/>
                      </a:endParaRPr>
                    </a:p>
                  </a:txBody>
                  <a:tcPr marL="182880" marT="137160">
                    <a:blipFill dpi="0" rotWithShape="1">
                      <a:blip r:embed="rId10">
                        <a:extLst>
                          <a:ext uri="{28A0092B-C50C-407E-A947-70E740481C1C}">
                            <a14:useLocalDpi xmlns:a14="http://schemas.microsoft.com/office/drawing/2010/main" val="0"/>
                          </a:ext>
                        </a:extLst>
                      </a:blip>
                      <a:srcRect/>
                      <a:stretch>
                        <a:fillRect/>
                      </a:stretch>
                    </a:blipFill>
                  </a:tcPr>
                </a:tc>
                <a:tc hMerge="1">
                  <a:txBody>
                    <a:bodyPr/>
                    <a:lstStyle/>
                    <a:p>
                      <a:endParaRPr lang="en-US"/>
                    </a:p>
                  </a:txBody>
                  <a:tcPr/>
                </a:tc>
                <a:tc rowSpan="2">
                  <a:txBody>
                    <a:bodyPr/>
                    <a:lstStyle/>
                    <a:p>
                      <a:pPr marL="0" marR="0" lvl="0" indent="0" algn="l" defTabSz="1518341" rtl="0" eaLnBrk="1" fontAlgn="auto" latinLnBrk="0" hangingPunct="1">
                        <a:lnSpc>
                          <a:spcPct val="100000"/>
                        </a:lnSpc>
                        <a:spcBef>
                          <a:spcPts val="0"/>
                        </a:spcBef>
                        <a:spcAft>
                          <a:spcPts val="0"/>
                        </a:spcAft>
                        <a:buClrTx/>
                        <a:buSzTx/>
                        <a:buFontTx/>
                        <a:buNone/>
                        <a:tabLst/>
                        <a:defRPr/>
                      </a:pPr>
                      <a:r>
                        <a:rPr lang="en-US" sz="2800" b="1" noProof="0" dirty="0">
                          <a:solidFill>
                            <a:srgbClr val="FFC000"/>
                          </a:solidFill>
                          <a:latin typeface="Arial" panose="020B0604020202020204" pitchFamily="34" charset="0"/>
                          <a:cs typeface="Arial" panose="020B0604020202020204" pitchFamily="34" charset="0"/>
                        </a:rPr>
                        <a:t>How to hide the QUICK START GUIDE bars from the sides of the template</a:t>
                      </a:r>
                    </a:p>
                    <a:p>
                      <a:pPr marL="0" marR="0" lvl="0" indent="0" algn="l" defTabSz="114300" rtl="0" eaLnBrk="1" fontAlgn="auto" latinLnBrk="0" hangingPunct="1">
                        <a:lnSpc>
                          <a:spcPct val="100000"/>
                        </a:lnSpc>
                        <a:spcBef>
                          <a:spcPts val="0"/>
                        </a:spcBef>
                        <a:spcAft>
                          <a:spcPts val="0"/>
                        </a:spcAft>
                        <a:buClrTx/>
                        <a:buSzTx/>
                        <a:buFontTx/>
                        <a:buNone/>
                        <a:tabLst/>
                        <a:defRPr/>
                      </a:pPr>
                      <a:r>
                        <a:rPr lang="en-US" sz="2400" noProof="0" dirty="0">
                          <a:solidFill>
                            <a:srgbClr val="D9D9D9"/>
                          </a:solidFill>
                          <a:latin typeface="Arial" panose="020B0604020202020204" pitchFamily="34" charset="0"/>
                          <a:cs typeface="Arial" panose="020B0604020202020204" pitchFamily="34" charset="0"/>
                        </a:rPr>
                        <a:t>The Quick Start</a:t>
                      </a:r>
                      <a:r>
                        <a:rPr lang="en-US" sz="2400" baseline="0" noProof="0" dirty="0">
                          <a:solidFill>
                            <a:srgbClr val="D9D9D9"/>
                          </a:solidFill>
                          <a:latin typeface="Arial" panose="020B0604020202020204" pitchFamily="34" charset="0"/>
                          <a:cs typeface="Arial" panose="020B0604020202020204" pitchFamily="34" charset="0"/>
                        </a:rPr>
                        <a:t> Guides</a:t>
                      </a:r>
                      <a:r>
                        <a:rPr lang="en-US" sz="2400" noProof="0" dirty="0">
                          <a:solidFill>
                            <a:srgbClr val="D9D9D9"/>
                          </a:solidFill>
                          <a:latin typeface="Arial" panose="020B0604020202020204" pitchFamily="34" charset="0"/>
                          <a:cs typeface="Arial" panose="020B0604020202020204" pitchFamily="34" charset="0"/>
                        </a:rPr>
                        <a:t> </a:t>
                      </a:r>
                      <a:r>
                        <a:rPr lang="en-US" sz="2400" u="sng" noProof="0" dirty="0">
                          <a:solidFill>
                            <a:srgbClr val="D9D9D9"/>
                          </a:solidFill>
                          <a:latin typeface="Arial" panose="020B0604020202020204" pitchFamily="34" charset="0"/>
                          <a:cs typeface="Arial" panose="020B0604020202020204" pitchFamily="34" charset="0"/>
                        </a:rPr>
                        <a:t>are outside the template’s printable area</a:t>
                      </a:r>
                      <a:r>
                        <a:rPr lang="en-US" sz="2400" noProof="0" dirty="0">
                          <a:solidFill>
                            <a:srgbClr val="D9D9D9"/>
                          </a:solidFill>
                          <a:latin typeface="Arial" panose="020B0604020202020204" pitchFamily="34" charset="0"/>
                          <a:cs typeface="Arial" panose="020B0604020202020204" pitchFamily="34" charset="0"/>
                        </a:rPr>
                        <a:t> and they will not be on the printed poster</a:t>
                      </a:r>
                      <a:r>
                        <a:rPr lang="en-US" sz="2400" baseline="0" noProof="0" dirty="0">
                          <a:solidFill>
                            <a:srgbClr val="D9D9D9"/>
                          </a:solidFill>
                          <a:latin typeface="Arial" panose="020B0604020202020204" pitchFamily="34" charset="0"/>
                          <a:cs typeface="Arial" panose="020B0604020202020204" pitchFamily="34" charset="0"/>
                        </a:rPr>
                        <a:t>. </a:t>
                      </a:r>
                    </a:p>
                    <a:p>
                      <a:pPr marL="0" marR="0" lvl="0" indent="0" algn="l" defTabSz="114300" rtl="0" eaLnBrk="1" fontAlgn="auto" latinLnBrk="0" hangingPunct="1">
                        <a:lnSpc>
                          <a:spcPct val="100000"/>
                        </a:lnSpc>
                        <a:spcBef>
                          <a:spcPts val="0"/>
                        </a:spcBef>
                        <a:spcAft>
                          <a:spcPts val="0"/>
                        </a:spcAft>
                        <a:buClrTx/>
                        <a:buSzTx/>
                        <a:buFontTx/>
                        <a:buNone/>
                        <a:tabLst/>
                        <a:defRPr/>
                      </a:pPr>
                      <a:endParaRPr lang="en-US" sz="2400" baseline="0" noProof="0" dirty="0">
                        <a:solidFill>
                          <a:srgbClr val="D9D9D9"/>
                        </a:solidFill>
                        <a:latin typeface="Arial" panose="020B0604020202020204" pitchFamily="34" charset="0"/>
                        <a:cs typeface="Arial" panose="020B0604020202020204" pitchFamily="34" charset="0"/>
                      </a:endParaRPr>
                    </a:p>
                    <a:p>
                      <a:pPr marL="0" marR="0" lvl="0" indent="0" algn="l" defTabSz="114300" rtl="0" eaLnBrk="1" fontAlgn="auto" latinLnBrk="0" hangingPunct="1">
                        <a:lnSpc>
                          <a:spcPct val="100000"/>
                        </a:lnSpc>
                        <a:spcBef>
                          <a:spcPts val="0"/>
                        </a:spcBef>
                        <a:spcAft>
                          <a:spcPts val="0"/>
                        </a:spcAft>
                        <a:buClrTx/>
                        <a:buSzTx/>
                        <a:buFontTx/>
                        <a:buNone/>
                        <a:tabLst/>
                        <a:defRPr/>
                      </a:pPr>
                      <a:r>
                        <a:rPr lang="en-US" sz="2400" baseline="0" noProof="0" dirty="0">
                          <a:solidFill>
                            <a:srgbClr val="D9D9D9"/>
                          </a:solidFill>
                          <a:latin typeface="Arial" panose="020B0604020202020204" pitchFamily="34" charset="0"/>
                          <a:cs typeface="Arial" panose="020B0604020202020204" pitchFamily="34" charset="0"/>
                        </a:rPr>
                        <a:t>If you create a PDF file from your template, the guides will not be included.</a:t>
                      </a:r>
                    </a:p>
                    <a:p>
                      <a:pPr marL="0" marR="0" lvl="0" indent="0" algn="l" defTabSz="114300" rtl="0" eaLnBrk="1" fontAlgn="auto" latinLnBrk="0" hangingPunct="1">
                        <a:lnSpc>
                          <a:spcPct val="100000"/>
                        </a:lnSpc>
                        <a:spcBef>
                          <a:spcPts val="0"/>
                        </a:spcBef>
                        <a:spcAft>
                          <a:spcPts val="0"/>
                        </a:spcAft>
                        <a:buClrTx/>
                        <a:buSzTx/>
                        <a:buFontTx/>
                        <a:buNone/>
                        <a:tabLst/>
                        <a:defRPr/>
                      </a:pPr>
                      <a:endParaRPr lang="en-US" sz="2400" baseline="0" noProof="0" dirty="0">
                        <a:solidFill>
                          <a:srgbClr val="D9D9D9"/>
                        </a:solidFill>
                        <a:latin typeface="Arial" panose="020B0604020202020204" pitchFamily="34" charset="0"/>
                        <a:cs typeface="Arial" panose="020B0604020202020204" pitchFamily="34" charset="0"/>
                      </a:endParaRPr>
                    </a:p>
                    <a:p>
                      <a:pPr marL="0" marR="0" lvl="0" indent="0" algn="l" defTabSz="114300" rtl="0" eaLnBrk="1" fontAlgn="auto" latinLnBrk="0" hangingPunct="1">
                        <a:lnSpc>
                          <a:spcPct val="100000"/>
                        </a:lnSpc>
                        <a:spcBef>
                          <a:spcPts val="0"/>
                        </a:spcBef>
                        <a:spcAft>
                          <a:spcPts val="0"/>
                        </a:spcAft>
                        <a:buClrTx/>
                        <a:buSzTx/>
                        <a:buFontTx/>
                        <a:buNone/>
                        <a:tabLst/>
                        <a:defRPr/>
                      </a:pPr>
                      <a:r>
                        <a:rPr lang="en-US" sz="2400" baseline="0" noProof="0" dirty="0">
                          <a:solidFill>
                            <a:srgbClr val="D9D9D9"/>
                          </a:solidFill>
                          <a:latin typeface="Arial" panose="020B0604020202020204" pitchFamily="34" charset="0"/>
                          <a:cs typeface="Arial" panose="020B0604020202020204" pitchFamily="34" charset="0"/>
                        </a:rPr>
                        <a:t>To hide the guides click on the </a:t>
                      </a:r>
                      <a:r>
                        <a:rPr lang="en-US" sz="2400" b="1" baseline="0" noProof="0" dirty="0">
                          <a:solidFill>
                            <a:srgbClr val="D9D9D9"/>
                          </a:solidFill>
                          <a:latin typeface="Arial" panose="020B0604020202020204" pitchFamily="34" charset="0"/>
                          <a:cs typeface="Arial" panose="020B0604020202020204" pitchFamily="34" charset="0"/>
                        </a:rPr>
                        <a:t>Home</a:t>
                      </a:r>
                      <a:r>
                        <a:rPr lang="en-US" sz="2400" baseline="0" noProof="0" dirty="0">
                          <a:solidFill>
                            <a:srgbClr val="D9D9D9"/>
                          </a:solidFill>
                          <a:latin typeface="Arial" panose="020B0604020202020204" pitchFamily="34" charset="0"/>
                          <a:cs typeface="Arial" panose="020B0604020202020204" pitchFamily="34" charset="0"/>
                        </a:rPr>
                        <a:t> tab (top of the screen) and then click on the </a:t>
                      </a:r>
                      <a:r>
                        <a:rPr lang="en-US" sz="2400" b="1" baseline="0" noProof="0" dirty="0">
                          <a:solidFill>
                            <a:srgbClr val="D9D9D9"/>
                          </a:solidFill>
                          <a:latin typeface="Arial" panose="020B0604020202020204" pitchFamily="34" charset="0"/>
                          <a:cs typeface="Arial" panose="020B0604020202020204" pitchFamily="34" charset="0"/>
                        </a:rPr>
                        <a:t>Layout</a:t>
                      </a:r>
                      <a:r>
                        <a:rPr lang="en-US" sz="2400" baseline="0" noProof="0" dirty="0">
                          <a:solidFill>
                            <a:srgbClr val="D9D9D9"/>
                          </a:solidFill>
                          <a:latin typeface="Arial" panose="020B0604020202020204" pitchFamily="34" charset="0"/>
                          <a:cs typeface="Arial" panose="020B0604020202020204" pitchFamily="34" charset="0"/>
                        </a:rPr>
                        <a:t> button below to see the available layouts. Choose the </a:t>
                      </a:r>
                      <a:r>
                        <a:rPr lang="en-US" sz="2400" b="1" baseline="0" noProof="0" dirty="0">
                          <a:solidFill>
                            <a:srgbClr val="D9D9D9"/>
                          </a:solidFill>
                          <a:latin typeface="Arial" panose="020B0604020202020204" pitchFamily="34" charset="0"/>
                          <a:cs typeface="Arial" panose="020B0604020202020204" pitchFamily="34" charset="0"/>
                        </a:rPr>
                        <a:t>Without Guides </a:t>
                      </a:r>
                      <a:r>
                        <a:rPr lang="en-US" sz="2400" b="0" baseline="0" noProof="0" dirty="0">
                          <a:solidFill>
                            <a:srgbClr val="D9D9D9"/>
                          </a:solidFill>
                          <a:latin typeface="Arial" panose="020B0604020202020204" pitchFamily="34" charset="0"/>
                          <a:cs typeface="Arial" panose="020B0604020202020204" pitchFamily="34" charset="0"/>
                        </a:rPr>
                        <a:t>layout</a:t>
                      </a:r>
                      <a:r>
                        <a:rPr lang="en-US" sz="2400" baseline="0" noProof="0" dirty="0">
                          <a:solidFill>
                            <a:srgbClr val="D9D9D9"/>
                          </a:solidFill>
                          <a:latin typeface="Arial" panose="020B0604020202020204" pitchFamily="34" charset="0"/>
                          <a:cs typeface="Arial" panose="020B0604020202020204" pitchFamily="34" charset="0"/>
                        </a:rPr>
                        <a:t>.</a:t>
                      </a:r>
                      <a:endParaRPr lang="en-US" sz="2400" noProof="0" dirty="0">
                        <a:solidFill>
                          <a:srgbClr val="D9D9D9"/>
                        </a:solidFill>
                        <a:latin typeface="Arial" panose="020B0604020202020204" pitchFamily="34" charset="0"/>
                        <a:cs typeface="Arial" panose="020B0604020202020204" pitchFamily="34" charset="0"/>
                      </a:endParaRPr>
                    </a:p>
                    <a:p>
                      <a:pPr marL="0" marR="0" lvl="0" indent="0" algn="l" defTabSz="114300" rtl="0" eaLnBrk="1" fontAlgn="auto" latinLnBrk="0" hangingPunct="1">
                        <a:lnSpc>
                          <a:spcPct val="100000"/>
                        </a:lnSpc>
                        <a:spcBef>
                          <a:spcPts val="0"/>
                        </a:spcBef>
                        <a:spcAft>
                          <a:spcPts val="0"/>
                        </a:spcAft>
                        <a:buClrTx/>
                        <a:buSzTx/>
                        <a:buFontTx/>
                        <a:buNone/>
                        <a:tabLst/>
                        <a:defRPr/>
                      </a:pPr>
                      <a:endParaRPr lang="en-US" sz="2400" noProof="0" dirty="0">
                        <a:solidFill>
                          <a:srgbClr val="D9D9D9"/>
                        </a:solidFill>
                        <a:latin typeface="Arial" panose="020B0604020202020204" pitchFamily="34" charset="0"/>
                        <a:cs typeface="Arial" panose="020B0604020202020204" pitchFamily="34" charset="0"/>
                      </a:endParaRPr>
                    </a:p>
                  </a:txBody>
                  <a:tcPr marL="182880" marT="137160">
                    <a:solidFill>
                      <a:srgbClr val="010101"/>
                    </a:solidFill>
                  </a:tcPr>
                </a:tc>
                <a:extLst>
                  <a:ext uri="{0D108BD9-81ED-4DB2-BD59-A6C34878D82A}">
                    <a16:rowId xmlns:a16="http://schemas.microsoft.com/office/drawing/2014/main" val="10005"/>
                  </a:ext>
                </a:extLst>
              </a:tr>
              <a:tr h="2888327">
                <a:tc gridSpan="2">
                  <a:txBody>
                    <a:bodyPr/>
                    <a:lstStyle/>
                    <a:p>
                      <a:pPr marL="0" marR="0" lvl="0" indent="0" algn="l" defTabSz="1518341" rtl="0" eaLnBrk="1" fontAlgn="auto" latinLnBrk="0" hangingPunct="1">
                        <a:lnSpc>
                          <a:spcPct val="100000"/>
                        </a:lnSpc>
                        <a:spcBef>
                          <a:spcPts val="0"/>
                        </a:spcBef>
                        <a:spcAft>
                          <a:spcPts val="0"/>
                        </a:spcAft>
                        <a:buClrTx/>
                        <a:buSzTx/>
                        <a:buFontTx/>
                        <a:buNone/>
                        <a:tabLst/>
                        <a:defRPr/>
                      </a:pPr>
                      <a:endParaRPr lang="en-US" sz="2400" noProof="0" dirty="0">
                        <a:solidFill>
                          <a:srgbClr val="D9D9D9"/>
                        </a:solidFill>
                        <a:latin typeface="Arial" panose="020B0604020202020204" pitchFamily="34" charset="0"/>
                        <a:cs typeface="Arial" panose="020B0604020202020204" pitchFamily="34" charset="0"/>
                      </a:endParaRPr>
                    </a:p>
                  </a:txBody>
                  <a:tcPr marL="182880" marT="137160">
                    <a:solidFill>
                      <a:srgbClr val="010101"/>
                    </a:solidFill>
                  </a:tcPr>
                </a:tc>
                <a:tc hMerge="1">
                  <a:txBody>
                    <a:bodyPr/>
                    <a:lstStyle/>
                    <a:p>
                      <a:endParaRPr lang="en-US"/>
                    </a:p>
                  </a:txBody>
                  <a:tcPr/>
                </a:tc>
                <a:tc vMerge="1">
                  <a:txBody>
                    <a:bodyPr/>
                    <a:lstStyle/>
                    <a:p>
                      <a:endParaRPr lang="en-US"/>
                    </a:p>
                  </a:txBody>
                  <a:tcPr/>
                </a:tc>
                <a:extLst>
                  <a:ext uri="{0D108BD9-81ED-4DB2-BD59-A6C34878D82A}">
                    <a16:rowId xmlns:a16="http://schemas.microsoft.com/office/drawing/2014/main" val="1766341567"/>
                  </a:ext>
                </a:extLst>
              </a:tr>
              <a:tr h="3781426">
                <a:tc gridSpan="2">
                  <a:txBody>
                    <a:bodyPr/>
                    <a:lstStyle/>
                    <a:p>
                      <a:r>
                        <a:rPr lang="en-US" sz="2800" b="1" dirty="0">
                          <a:solidFill>
                            <a:srgbClr val="FFC000"/>
                          </a:solidFill>
                          <a:latin typeface="Arial" panose="020B0604020202020204" pitchFamily="34" charset="0"/>
                          <a:cs typeface="Arial" panose="020B0604020202020204" pitchFamily="34" charset="0"/>
                        </a:rPr>
                        <a:t>How to</a:t>
                      </a:r>
                      <a:r>
                        <a:rPr lang="en-US" sz="2800" b="1" baseline="0" dirty="0">
                          <a:solidFill>
                            <a:srgbClr val="FFC000"/>
                          </a:solidFill>
                          <a:latin typeface="Arial" panose="020B0604020202020204" pitchFamily="34" charset="0"/>
                          <a:cs typeface="Arial" panose="020B0604020202020204" pitchFamily="34" charset="0"/>
                        </a:rPr>
                        <a:t> preview your poster prior to printing</a:t>
                      </a:r>
                      <a:endParaRPr lang="en-US" sz="2800" b="1" dirty="0">
                        <a:solidFill>
                          <a:srgbClr val="FFC000"/>
                        </a:solidFill>
                        <a:latin typeface="Arial" panose="020B0604020202020204" pitchFamily="34" charset="0"/>
                        <a:cs typeface="Arial" panose="020B0604020202020204" pitchFamily="34" charset="0"/>
                      </a:endParaRPr>
                    </a:p>
                    <a:p>
                      <a:r>
                        <a:rPr lang="en-US" sz="2400" dirty="0">
                          <a:solidFill>
                            <a:srgbClr val="D9D9D9"/>
                          </a:solidFill>
                          <a:latin typeface="Arial" panose="020B0604020202020204" pitchFamily="34" charset="0"/>
                          <a:cs typeface="Arial" panose="020B0604020202020204" pitchFamily="34" charset="0"/>
                        </a:rPr>
                        <a:t>You can preview your poster at any time by pressing the </a:t>
                      </a:r>
                      <a:r>
                        <a:rPr lang="en-US" sz="2400" dirty="0">
                          <a:solidFill>
                            <a:srgbClr val="FFC000"/>
                          </a:solidFill>
                          <a:latin typeface="Arial" panose="020B0604020202020204" pitchFamily="34" charset="0"/>
                          <a:cs typeface="Arial" panose="020B0604020202020204" pitchFamily="34" charset="0"/>
                        </a:rPr>
                        <a:t>F5 key</a:t>
                      </a:r>
                      <a:r>
                        <a:rPr lang="en-US" sz="2400" dirty="0">
                          <a:solidFill>
                            <a:srgbClr val="D9D9D9"/>
                          </a:solidFill>
                          <a:latin typeface="Arial" panose="020B0604020202020204" pitchFamily="34" charset="0"/>
                          <a:cs typeface="Arial" panose="020B0604020202020204" pitchFamily="34" charset="0"/>
                        </a:rPr>
                        <a:t> on your keyboard. You will see on the screen what's on your poster and how it should look when printed. Press the </a:t>
                      </a:r>
                      <a:r>
                        <a:rPr lang="en-US" sz="2400" dirty="0">
                          <a:solidFill>
                            <a:srgbClr val="FFC000"/>
                          </a:solidFill>
                          <a:latin typeface="Arial" panose="020B0604020202020204" pitchFamily="34" charset="0"/>
                          <a:cs typeface="Arial" panose="020B0604020202020204" pitchFamily="34" charset="0"/>
                        </a:rPr>
                        <a:t>ESC key </a:t>
                      </a:r>
                      <a:r>
                        <a:rPr lang="en-US" sz="2400" dirty="0">
                          <a:solidFill>
                            <a:srgbClr val="D9D9D9"/>
                          </a:solidFill>
                          <a:latin typeface="Arial" panose="020B0604020202020204" pitchFamily="34" charset="0"/>
                          <a:cs typeface="Arial" panose="020B0604020202020204" pitchFamily="34" charset="0"/>
                        </a:rPr>
                        <a:t>to exit Preview.</a:t>
                      </a:r>
                    </a:p>
                  </a:txBody>
                  <a:tcPr marL="182880" marT="137160">
                    <a:solidFill>
                      <a:srgbClr val="010101"/>
                    </a:solidFill>
                  </a:tcPr>
                </a:tc>
                <a:tc hMerge="1">
                  <a:txBody>
                    <a:bodyPr/>
                    <a:lstStyle/>
                    <a:p>
                      <a:endParaRPr lang="en-US"/>
                    </a:p>
                  </a:txBody>
                  <a:tcPr/>
                </a:tc>
                <a:tc>
                  <a:txBody>
                    <a:bodyPr/>
                    <a:lstStyle/>
                    <a:p>
                      <a:pPr algn="ctr"/>
                      <a:r>
                        <a:rPr lang="en-US" sz="11500" b="1" dirty="0">
                          <a:solidFill>
                            <a:srgbClr val="D9D9D9"/>
                          </a:solidFill>
                          <a:latin typeface="Arial" panose="020B0604020202020204" pitchFamily="34" charset="0"/>
                          <a:cs typeface="Arial" panose="020B0604020202020204" pitchFamily="34" charset="0"/>
                        </a:rPr>
                        <a:t>F5</a:t>
                      </a:r>
                      <a:r>
                        <a:rPr lang="en-US" sz="2400" baseline="0" dirty="0">
                          <a:solidFill>
                            <a:srgbClr val="D9D9D9"/>
                          </a:solidFill>
                          <a:latin typeface="Arial" panose="020B0604020202020204" pitchFamily="34" charset="0"/>
                          <a:cs typeface="Arial" panose="020B0604020202020204" pitchFamily="34" charset="0"/>
                        </a:rPr>
                        <a:t> </a:t>
                      </a:r>
                      <a:endParaRPr lang="en-US" dirty="0"/>
                    </a:p>
                  </a:txBody>
                  <a:tcPr marL="182880" marT="137160" anchor="ctr">
                    <a:solidFill>
                      <a:schemeClr val="tx1">
                        <a:lumMod val="95000"/>
                        <a:lumOff val="5000"/>
                      </a:schemeClr>
                    </a:solidFill>
                  </a:tcPr>
                </a:tc>
                <a:extLst>
                  <a:ext uri="{0D108BD9-81ED-4DB2-BD59-A6C34878D82A}">
                    <a16:rowId xmlns:a16="http://schemas.microsoft.com/office/drawing/2014/main" val="10006"/>
                  </a:ext>
                </a:extLst>
              </a:tr>
              <a:tr h="5674009">
                <a:tc gridSpan="3">
                  <a:txBody>
                    <a:bodyPr/>
                    <a:lstStyle/>
                    <a:p>
                      <a:pPr marL="0" marR="0" lvl="0" indent="0" algn="l" defTabSz="1518341" rtl="0" eaLnBrk="1" fontAlgn="auto" latinLnBrk="0" hangingPunct="1">
                        <a:lnSpc>
                          <a:spcPct val="100000"/>
                        </a:lnSpc>
                        <a:spcBef>
                          <a:spcPts val="0"/>
                        </a:spcBef>
                        <a:spcAft>
                          <a:spcPts val="0"/>
                        </a:spcAft>
                        <a:buClrTx/>
                        <a:buSzTx/>
                        <a:buFontTx/>
                        <a:buNone/>
                        <a:tabLst/>
                        <a:defRPr/>
                      </a:pPr>
                      <a:r>
                        <a:rPr lang="en-US" sz="2800" b="1" noProof="0" dirty="0">
                          <a:solidFill>
                            <a:srgbClr val="FFC000"/>
                          </a:solidFill>
                          <a:latin typeface="Arial"/>
                          <a:cs typeface="Arial"/>
                        </a:rPr>
                        <a:t>How to print your poster</a:t>
                      </a:r>
                    </a:p>
                    <a:p>
                      <a:pPr marL="0" marR="0" lvl="0" indent="0" algn="l" defTabSz="114300" rtl="0" eaLnBrk="1" fontAlgn="auto" latinLnBrk="0" hangingPunct="1">
                        <a:lnSpc>
                          <a:spcPct val="100000"/>
                        </a:lnSpc>
                        <a:spcBef>
                          <a:spcPts val="0"/>
                        </a:spcBef>
                        <a:spcAft>
                          <a:spcPts val="0"/>
                        </a:spcAft>
                        <a:buClrTx/>
                        <a:buSzTx/>
                        <a:buFontTx/>
                        <a:buNone/>
                        <a:tabLst/>
                        <a:defRPr/>
                      </a:pPr>
                      <a:r>
                        <a:rPr lang="en-US" sz="2400" noProof="0" dirty="0">
                          <a:solidFill>
                            <a:srgbClr val="D9D9D9"/>
                          </a:solidFill>
                          <a:latin typeface="Arial"/>
                          <a:cs typeface="Arial"/>
                        </a:rPr>
                        <a:t>When you are ready to have your poster printed go online to </a:t>
                      </a:r>
                      <a:r>
                        <a:rPr lang="en-US" sz="2400" noProof="0" dirty="0" err="1">
                          <a:solidFill>
                            <a:srgbClr val="FFC000"/>
                          </a:solidFill>
                          <a:latin typeface="Arial"/>
                          <a:cs typeface="Arial"/>
                        </a:rPr>
                        <a:t>PosterPresentations.com</a:t>
                      </a:r>
                      <a:r>
                        <a:rPr lang="en-US" sz="2400" noProof="0" dirty="0">
                          <a:solidFill>
                            <a:srgbClr val="D9D9D9"/>
                          </a:solidFill>
                          <a:latin typeface="Arial"/>
                          <a:cs typeface="Arial"/>
                        </a:rPr>
                        <a:t> and click on the "</a:t>
                      </a:r>
                      <a:r>
                        <a:rPr lang="en-US" sz="2400" noProof="0" dirty="0">
                          <a:solidFill>
                            <a:srgbClr val="FFC000"/>
                          </a:solidFill>
                          <a:latin typeface="Arial"/>
                          <a:cs typeface="Arial"/>
                        </a:rPr>
                        <a:t>Order Your Poster</a:t>
                      </a:r>
                      <a:r>
                        <a:rPr lang="en-US" sz="2400" noProof="0" dirty="0">
                          <a:solidFill>
                            <a:srgbClr val="D9D9D9"/>
                          </a:solidFill>
                          <a:latin typeface="Arial"/>
                          <a:cs typeface="Arial"/>
                        </a:rPr>
                        <a:t>" button. You can have your poster printed on professional papers, fabric for easy traveling and a variety of other materials. </a:t>
                      </a:r>
                    </a:p>
                    <a:p>
                      <a:pPr marL="0" marR="0" lvl="0" indent="0" algn="l" defTabSz="114300" rtl="0" eaLnBrk="1" fontAlgn="auto" latinLnBrk="0" hangingPunct="1">
                        <a:lnSpc>
                          <a:spcPct val="100000"/>
                        </a:lnSpc>
                        <a:spcBef>
                          <a:spcPts val="0"/>
                        </a:spcBef>
                        <a:spcAft>
                          <a:spcPts val="0"/>
                        </a:spcAft>
                        <a:buClrTx/>
                        <a:buSzTx/>
                        <a:buFontTx/>
                        <a:buNone/>
                        <a:tabLst/>
                        <a:defRPr/>
                      </a:pPr>
                      <a:r>
                        <a:rPr lang="en-US" sz="2400" noProof="0" dirty="0">
                          <a:solidFill>
                            <a:srgbClr val="D9D9D9"/>
                          </a:solidFill>
                          <a:latin typeface="Arial"/>
                          <a:cs typeface="Arial"/>
                        </a:rPr>
                        <a:t>If you submit a PowerPoint document, you will be receiving a PDF proof for your approval prior to printing. If your order is placed and paid for before noon (Pacific time) Monday-Friday, your order will ship out that same day. FedEx Next day, Second day, Third day, and Free Ground services are offered. </a:t>
                      </a:r>
                    </a:p>
                    <a:p>
                      <a:pPr marL="0" marR="0" lvl="0" indent="0" algn="l" defTabSz="114300" rtl="0" eaLnBrk="1" fontAlgn="auto" latinLnBrk="0" hangingPunct="1">
                        <a:lnSpc>
                          <a:spcPct val="100000"/>
                        </a:lnSpc>
                        <a:spcBef>
                          <a:spcPts val="0"/>
                        </a:spcBef>
                        <a:spcAft>
                          <a:spcPts val="0"/>
                        </a:spcAft>
                        <a:buClrTx/>
                        <a:buSzTx/>
                        <a:buFontTx/>
                        <a:buNone/>
                        <a:tabLst/>
                        <a:defRPr/>
                      </a:pPr>
                      <a:br>
                        <a:rPr lang="en-US" sz="2400" noProof="0" dirty="0">
                          <a:solidFill>
                            <a:srgbClr val="D9D9D9"/>
                          </a:solidFill>
                          <a:latin typeface="Arial"/>
                          <a:cs typeface="Arial"/>
                        </a:rPr>
                      </a:br>
                      <a:r>
                        <a:rPr lang="en-US" sz="2400" noProof="0" dirty="0">
                          <a:solidFill>
                            <a:srgbClr val="D9D9D9"/>
                          </a:solidFill>
                          <a:latin typeface="Arial"/>
                          <a:cs typeface="Arial"/>
                        </a:rPr>
                        <a:t>Go to </a:t>
                      </a:r>
                      <a:r>
                        <a:rPr lang="en-US" sz="2400" noProof="0" dirty="0" err="1">
                          <a:solidFill>
                            <a:srgbClr val="FFC000"/>
                          </a:solidFill>
                          <a:latin typeface="Arial"/>
                          <a:cs typeface="Arial"/>
                        </a:rPr>
                        <a:t>PosterPresentations.com</a:t>
                      </a:r>
                      <a:r>
                        <a:rPr lang="en-US" sz="2400" noProof="0" dirty="0">
                          <a:solidFill>
                            <a:srgbClr val="D9D9D9"/>
                          </a:solidFill>
                          <a:latin typeface="Arial"/>
                          <a:cs typeface="Arial"/>
                        </a:rPr>
                        <a:t> for more information.</a:t>
                      </a:r>
                    </a:p>
                  </a:txBody>
                  <a:tcPr marL="182880" marT="137160">
                    <a:solidFill>
                      <a:srgbClr val="010101"/>
                    </a:solidFill>
                  </a:tcPr>
                </a:tc>
                <a:tc hMerge="1">
                  <a:txBody>
                    <a:bodyPr/>
                    <a:lstStyle/>
                    <a:p>
                      <a:endParaRPr lang="en-US"/>
                    </a:p>
                  </a:txBody>
                  <a:tcPr/>
                </a:tc>
                <a:tc hMerge="1">
                  <a:txBody>
                    <a:bodyPr/>
                    <a:lstStyle/>
                    <a:p>
                      <a:endParaRPr lang="en-US"/>
                    </a:p>
                  </a:txBody>
                  <a:tcPr/>
                </a:tc>
                <a:extLst>
                  <a:ext uri="{0D108BD9-81ED-4DB2-BD59-A6C34878D82A}">
                    <a16:rowId xmlns:a16="http://schemas.microsoft.com/office/drawing/2014/main" val="10007"/>
                  </a:ext>
                </a:extLst>
              </a:tr>
              <a:tr h="1354778">
                <a:tc gridSpan="3">
                  <a:txBody>
                    <a:bodyPr/>
                    <a:lstStyle/>
                    <a:p>
                      <a:endParaRPr lang="en-US" sz="2400" dirty="0">
                        <a:solidFill>
                          <a:srgbClr val="1F3A4E"/>
                        </a:solidFill>
                      </a:endParaRPr>
                    </a:p>
                  </a:txBody>
                  <a:tcPr marL="182880" marT="137160">
                    <a:blipFill dpi="0" rotWithShape="1">
                      <a:blip r:embed="rId11">
                        <a:extLst>
                          <a:ext uri="{28A0092B-C50C-407E-A947-70E740481C1C}">
                            <a14:useLocalDpi xmlns:a14="http://schemas.microsoft.com/office/drawing/2010/main" val="0"/>
                          </a:ext>
                        </a:extLst>
                      </a:blip>
                      <a:srcRect/>
                      <a:stretch>
                        <a:fillRect/>
                      </a:stretch>
                    </a:blipFill>
                  </a:tcPr>
                </a:tc>
                <a:tc hMerge="1">
                  <a:txBody>
                    <a:bodyPr/>
                    <a:lstStyle/>
                    <a:p>
                      <a:endParaRPr lang="en-US"/>
                    </a:p>
                  </a:txBody>
                  <a:tcPr/>
                </a:tc>
                <a:tc hMerge="1">
                  <a:txBody>
                    <a:bodyPr/>
                    <a:lstStyle/>
                    <a:p>
                      <a:endParaRPr lang="en-US"/>
                    </a:p>
                  </a:txBody>
                  <a:tcPr/>
                </a:tc>
                <a:extLst>
                  <a:ext uri="{0D108BD9-81ED-4DB2-BD59-A6C34878D82A}">
                    <a16:rowId xmlns:a16="http://schemas.microsoft.com/office/drawing/2014/main" val="10008"/>
                  </a:ext>
                </a:extLst>
              </a:tr>
              <a:tr h="3212204">
                <a:tc>
                  <a:txBody>
                    <a:bodyPr/>
                    <a:lstStyle/>
                    <a:p>
                      <a:pPr>
                        <a:lnSpc>
                          <a:spcPts val="2600"/>
                        </a:lnSpc>
                      </a:pPr>
                      <a:r>
                        <a:rPr lang="en-US" sz="2000" dirty="0">
                          <a:solidFill>
                            <a:schemeClr val="bg1">
                              <a:lumMod val="85000"/>
                            </a:schemeClr>
                          </a:solidFill>
                          <a:latin typeface="Arial"/>
                          <a:cs typeface="Arial"/>
                        </a:rPr>
                        <a:t>© 2019</a:t>
                      </a:r>
                      <a:r>
                        <a:rPr lang="en-US" sz="2000" baseline="0" dirty="0">
                          <a:solidFill>
                            <a:schemeClr val="bg1">
                              <a:lumMod val="85000"/>
                            </a:schemeClr>
                          </a:solidFill>
                          <a:latin typeface="Arial"/>
                          <a:cs typeface="Arial"/>
                        </a:rPr>
                        <a:t> </a:t>
                      </a:r>
                      <a:r>
                        <a:rPr lang="en-US" sz="2000" dirty="0" err="1">
                          <a:solidFill>
                            <a:schemeClr val="bg1">
                              <a:lumMod val="85000"/>
                            </a:schemeClr>
                          </a:solidFill>
                          <a:latin typeface="Arial"/>
                          <a:cs typeface="Arial"/>
                        </a:rPr>
                        <a:t>PosterPresentations.com</a:t>
                      </a:r>
                      <a:br>
                        <a:rPr lang="en-US" sz="2000" dirty="0">
                          <a:solidFill>
                            <a:schemeClr val="bg1">
                              <a:lumMod val="85000"/>
                            </a:schemeClr>
                          </a:solidFill>
                          <a:latin typeface="Arial"/>
                          <a:cs typeface="Arial"/>
                        </a:rPr>
                      </a:br>
                      <a:r>
                        <a:rPr lang="en-US" sz="2000" dirty="0">
                          <a:solidFill>
                            <a:schemeClr val="bg1">
                              <a:lumMod val="85000"/>
                            </a:schemeClr>
                          </a:solidFill>
                          <a:latin typeface="Arial"/>
                          <a:cs typeface="Arial"/>
                        </a:rPr>
                        <a:t>2117 Fourth Street ,</a:t>
                      </a:r>
                      <a:r>
                        <a:rPr lang="en-US" sz="2000" baseline="0" dirty="0">
                          <a:solidFill>
                            <a:schemeClr val="bg1">
                              <a:lumMod val="85000"/>
                            </a:schemeClr>
                          </a:solidFill>
                          <a:latin typeface="Arial"/>
                          <a:cs typeface="Arial"/>
                        </a:rPr>
                        <a:t> STE C        </a:t>
                      </a:r>
                    </a:p>
                    <a:p>
                      <a:pPr>
                        <a:lnSpc>
                          <a:spcPts val="2600"/>
                        </a:lnSpc>
                      </a:pPr>
                      <a:r>
                        <a:rPr lang="en-US" sz="2000" baseline="0" dirty="0">
                          <a:solidFill>
                            <a:schemeClr val="bg1">
                              <a:lumMod val="85000"/>
                            </a:schemeClr>
                          </a:solidFill>
                          <a:latin typeface="Arial"/>
                          <a:cs typeface="Arial"/>
                        </a:rPr>
                        <a:t>Berkeley CA 94710 USA</a:t>
                      </a:r>
                      <a:endParaRPr lang="en-US" sz="2000" dirty="0">
                        <a:solidFill>
                          <a:schemeClr val="bg1">
                            <a:lumMod val="85000"/>
                          </a:schemeClr>
                        </a:solidFill>
                        <a:latin typeface="Arial"/>
                        <a:cs typeface="Arial"/>
                      </a:endParaRPr>
                    </a:p>
                  </a:txBody>
                  <a:tcPr marL="182880" marT="137160">
                    <a:solidFill>
                      <a:srgbClr val="010101"/>
                    </a:solidFill>
                  </a:tcPr>
                </a:tc>
                <a:tc gridSpan="2">
                  <a:txBody>
                    <a:bodyPr/>
                    <a:lstStyle/>
                    <a:p>
                      <a:pPr marL="0" marR="0" indent="0" algn="l" defTabSz="4388900" rtl="0" eaLnBrk="1" fontAlgn="auto" latinLnBrk="0" hangingPunct="1">
                        <a:lnSpc>
                          <a:spcPct val="100000"/>
                        </a:lnSpc>
                        <a:spcBef>
                          <a:spcPts val="0"/>
                        </a:spcBef>
                        <a:spcAft>
                          <a:spcPts val="0"/>
                        </a:spcAft>
                        <a:buClrTx/>
                        <a:buSzTx/>
                        <a:buFontTx/>
                        <a:buNone/>
                        <a:tabLst/>
                        <a:defRPr/>
                      </a:pPr>
                      <a:r>
                        <a:rPr lang="en-US" sz="2400" b="1" dirty="0">
                          <a:solidFill>
                            <a:srgbClr val="D0D0D0"/>
                          </a:solidFill>
                          <a:latin typeface="Arial"/>
                          <a:cs typeface="Arial"/>
                        </a:rPr>
                        <a:t>For complete tutorials</a:t>
                      </a:r>
                      <a:r>
                        <a:rPr lang="en-US" sz="2400" b="1" baseline="0" dirty="0">
                          <a:solidFill>
                            <a:srgbClr val="D0D0D0"/>
                          </a:solidFill>
                          <a:latin typeface="Arial"/>
                          <a:cs typeface="Arial"/>
                        </a:rPr>
                        <a:t> visit:</a:t>
                      </a:r>
                    </a:p>
                    <a:p>
                      <a:pPr marL="0" marR="0" indent="0" algn="l" defTabSz="4388900" rtl="0" eaLnBrk="1" fontAlgn="auto" latinLnBrk="0" hangingPunct="1">
                        <a:lnSpc>
                          <a:spcPct val="100000"/>
                        </a:lnSpc>
                        <a:spcBef>
                          <a:spcPts val="0"/>
                        </a:spcBef>
                        <a:spcAft>
                          <a:spcPts val="0"/>
                        </a:spcAft>
                        <a:buClrTx/>
                        <a:buSzTx/>
                        <a:buFontTx/>
                        <a:buNone/>
                        <a:tabLst/>
                        <a:defRPr/>
                      </a:pPr>
                      <a:r>
                        <a:rPr lang="en-US" sz="1800" b="1" dirty="0">
                          <a:solidFill>
                            <a:srgbClr val="FFC000"/>
                          </a:solidFill>
                          <a:latin typeface="Arial"/>
                          <a:cs typeface="Arial"/>
                        </a:rPr>
                        <a:t>https://</a:t>
                      </a:r>
                      <a:r>
                        <a:rPr lang="en-US" sz="1800" b="1" dirty="0" err="1">
                          <a:solidFill>
                            <a:srgbClr val="FFC000"/>
                          </a:solidFill>
                          <a:latin typeface="Arial"/>
                          <a:cs typeface="Arial"/>
                        </a:rPr>
                        <a:t>www.posterpresentations.com</a:t>
                      </a:r>
                      <a:r>
                        <a:rPr lang="en-US" sz="1800" b="1" dirty="0">
                          <a:solidFill>
                            <a:srgbClr val="FFC000"/>
                          </a:solidFill>
                          <a:latin typeface="Arial"/>
                          <a:cs typeface="Arial"/>
                        </a:rPr>
                        <a:t>/</a:t>
                      </a:r>
                      <a:r>
                        <a:rPr lang="en-US" sz="1800" b="1" dirty="0" err="1">
                          <a:solidFill>
                            <a:srgbClr val="FFC000"/>
                          </a:solidFill>
                          <a:latin typeface="Arial"/>
                          <a:cs typeface="Arial"/>
                        </a:rPr>
                        <a:t>helpdesk.html</a:t>
                      </a:r>
                      <a:endParaRPr lang="en-US" sz="1800" dirty="0">
                        <a:solidFill>
                          <a:schemeClr val="bg1">
                            <a:lumMod val="85000"/>
                          </a:schemeClr>
                        </a:solidFill>
                        <a:latin typeface="Arial"/>
                        <a:cs typeface="Arial"/>
                      </a:endParaRPr>
                    </a:p>
                  </a:txBody>
                  <a:tcPr marL="182880" marT="137160">
                    <a:solidFill>
                      <a:srgbClr val="010101"/>
                    </a:solidFill>
                  </a:tcPr>
                </a:tc>
                <a:tc hMerge="1">
                  <a:txBody>
                    <a:bodyPr/>
                    <a:lstStyle/>
                    <a:p>
                      <a:endParaRPr lang="en-US"/>
                    </a:p>
                  </a:txBody>
                  <a:tcPr/>
                </a:tc>
                <a:extLst>
                  <a:ext uri="{0D108BD9-81ED-4DB2-BD59-A6C34878D82A}">
                    <a16:rowId xmlns:a16="http://schemas.microsoft.com/office/drawing/2014/main" val="10009"/>
                  </a:ext>
                </a:extLst>
              </a:tr>
            </a:tbl>
          </a:graphicData>
        </a:graphic>
      </p:graphicFrame>
    </p:spTree>
  </p:cSld>
  <p:clrMap bg1="lt1" tx1="dk1" bg2="lt2" tx2="dk2" accent1="accent1" accent2="accent2" accent3="accent3" accent4="accent4" accent5="accent5" accent6="accent6" hlink="hlink" folHlink="folHlink"/>
  <p:sldLayoutIdLst>
    <p:sldLayoutId id="2147483652" r:id="rId1"/>
  </p:sldLayoutIdLst>
  <p:txStyles>
    <p:titleStyle>
      <a:lvl1pPr algn="ctr" defTabSz="4388900" rtl="0" eaLnBrk="1" latinLnBrk="0" hangingPunct="1">
        <a:spcBef>
          <a:spcPct val="0"/>
        </a:spcBef>
        <a:buNone/>
        <a:defRPr sz="8800" kern="1200">
          <a:solidFill>
            <a:schemeClr val="bg1"/>
          </a:solidFill>
          <a:latin typeface="Trebuchet MS" pitchFamily="34" charset="0"/>
          <a:ea typeface="+mj-ea"/>
          <a:cs typeface="+mj-cs"/>
        </a:defRPr>
      </a:lvl1pPr>
    </p:titleStyle>
    <p:bodyStyle>
      <a:lvl1pPr marL="1645838" indent="-1645838" algn="l" defTabSz="4388900" rtl="0" eaLnBrk="1" latinLnBrk="0" hangingPunct="1">
        <a:spcBef>
          <a:spcPct val="20000"/>
        </a:spcBef>
        <a:buFont typeface="Arial" pitchFamily="34" charset="0"/>
        <a:buChar char="•"/>
        <a:defRPr sz="15400" kern="1200">
          <a:solidFill>
            <a:schemeClr val="tx1"/>
          </a:solidFill>
          <a:latin typeface="+mn-lt"/>
          <a:ea typeface="+mn-ea"/>
          <a:cs typeface="+mn-cs"/>
        </a:defRPr>
      </a:lvl1pPr>
      <a:lvl2pPr marL="3565982" indent="-1371531" algn="l" defTabSz="4388900" rtl="0" eaLnBrk="1" latinLnBrk="0" hangingPunct="1">
        <a:spcBef>
          <a:spcPct val="20000"/>
        </a:spcBef>
        <a:buFont typeface="Arial" pitchFamily="34" charset="0"/>
        <a:buChar char="–"/>
        <a:defRPr sz="13500" kern="1200">
          <a:solidFill>
            <a:schemeClr val="tx1"/>
          </a:solidFill>
          <a:latin typeface="+mn-lt"/>
          <a:ea typeface="+mn-ea"/>
          <a:cs typeface="+mn-cs"/>
        </a:defRPr>
      </a:lvl2pPr>
      <a:lvl3pPr marL="5486126" indent="-1097226" algn="l" defTabSz="4388900" rtl="0" eaLnBrk="1" latinLnBrk="0" hangingPunct="1">
        <a:spcBef>
          <a:spcPct val="20000"/>
        </a:spcBef>
        <a:buFont typeface="Arial" pitchFamily="34" charset="0"/>
        <a:buChar char="•"/>
        <a:defRPr sz="11600" kern="1200">
          <a:solidFill>
            <a:schemeClr val="tx1"/>
          </a:solidFill>
          <a:latin typeface="+mn-lt"/>
          <a:ea typeface="+mn-ea"/>
          <a:cs typeface="+mn-cs"/>
        </a:defRPr>
      </a:lvl3pPr>
      <a:lvl4pPr marL="7680577" indent="-1097226" algn="l" defTabSz="4388900" rtl="0" eaLnBrk="1" latinLnBrk="0" hangingPunct="1">
        <a:spcBef>
          <a:spcPct val="20000"/>
        </a:spcBef>
        <a:buFont typeface="Arial" pitchFamily="34" charset="0"/>
        <a:buChar char="–"/>
        <a:defRPr sz="9600" kern="1200">
          <a:solidFill>
            <a:schemeClr val="tx1"/>
          </a:solidFill>
          <a:latin typeface="+mn-lt"/>
          <a:ea typeface="+mn-ea"/>
          <a:cs typeface="+mn-cs"/>
        </a:defRPr>
      </a:lvl4pPr>
      <a:lvl5pPr marL="9875026" indent="-1097226" algn="l" defTabSz="4388900" rtl="0" eaLnBrk="1" latinLnBrk="0" hangingPunct="1">
        <a:spcBef>
          <a:spcPct val="20000"/>
        </a:spcBef>
        <a:buFont typeface="Arial" pitchFamily="34" charset="0"/>
        <a:buChar char="»"/>
        <a:defRPr sz="9600" kern="1200">
          <a:solidFill>
            <a:schemeClr val="tx1"/>
          </a:solidFill>
          <a:latin typeface="+mn-lt"/>
          <a:ea typeface="+mn-ea"/>
          <a:cs typeface="+mn-cs"/>
        </a:defRPr>
      </a:lvl5pPr>
      <a:lvl6pPr marL="12069477" indent="-1097226" algn="l" defTabSz="4388900" rtl="0" eaLnBrk="1" latinLnBrk="0" hangingPunct="1">
        <a:spcBef>
          <a:spcPct val="20000"/>
        </a:spcBef>
        <a:buFont typeface="Arial" pitchFamily="34" charset="0"/>
        <a:buChar char="•"/>
        <a:defRPr sz="9600" kern="1200">
          <a:solidFill>
            <a:schemeClr val="tx1"/>
          </a:solidFill>
          <a:latin typeface="+mn-lt"/>
          <a:ea typeface="+mn-ea"/>
          <a:cs typeface="+mn-cs"/>
        </a:defRPr>
      </a:lvl6pPr>
      <a:lvl7pPr marL="14263926" indent="-1097226" algn="l" defTabSz="4388900" rtl="0" eaLnBrk="1" latinLnBrk="0" hangingPunct="1">
        <a:spcBef>
          <a:spcPct val="20000"/>
        </a:spcBef>
        <a:buFont typeface="Arial" pitchFamily="34" charset="0"/>
        <a:buChar char="•"/>
        <a:defRPr sz="9600" kern="1200">
          <a:solidFill>
            <a:schemeClr val="tx1"/>
          </a:solidFill>
          <a:latin typeface="+mn-lt"/>
          <a:ea typeface="+mn-ea"/>
          <a:cs typeface="+mn-cs"/>
        </a:defRPr>
      </a:lvl7pPr>
      <a:lvl8pPr marL="16458377" indent="-1097226" algn="l" defTabSz="4388900" rtl="0" eaLnBrk="1" latinLnBrk="0" hangingPunct="1">
        <a:spcBef>
          <a:spcPct val="20000"/>
        </a:spcBef>
        <a:buFont typeface="Arial" pitchFamily="34" charset="0"/>
        <a:buChar char="•"/>
        <a:defRPr sz="9600" kern="1200">
          <a:solidFill>
            <a:schemeClr val="tx1"/>
          </a:solidFill>
          <a:latin typeface="+mn-lt"/>
          <a:ea typeface="+mn-ea"/>
          <a:cs typeface="+mn-cs"/>
        </a:defRPr>
      </a:lvl8pPr>
      <a:lvl9pPr marL="18652827" indent="-1097226" algn="l" defTabSz="4388900" rtl="0" eaLnBrk="1" latinLnBrk="0" hangingPunct="1">
        <a:spcBef>
          <a:spcPct val="20000"/>
        </a:spcBef>
        <a:buFont typeface="Arial" pitchFamily="34" charset="0"/>
        <a:buChar char="•"/>
        <a:defRPr sz="9600" kern="1200">
          <a:solidFill>
            <a:schemeClr val="tx1"/>
          </a:solidFill>
          <a:latin typeface="+mn-lt"/>
          <a:ea typeface="+mn-ea"/>
          <a:cs typeface="+mn-cs"/>
        </a:defRPr>
      </a:lvl9pPr>
    </p:bodyStyle>
    <p:otherStyle>
      <a:defPPr>
        <a:defRPr lang="en-US"/>
      </a:defPPr>
      <a:lvl1pPr marL="0" algn="l" defTabSz="4388900" rtl="0" eaLnBrk="1" latinLnBrk="0" hangingPunct="1">
        <a:defRPr sz="8600" kern="1200">
          <a:solidFill>
            <a:schemeClr val="tx1"/>
          </a:solidFill>
          <a:latin typeface="+mn-lt"/>
          <a:ea typeface="+mn-ea"/>
          <a:cs typeface="+mn-cs"/>
        </a:defRPr>
      </a:lvl1pPr>
      <a:lvl2pPr marL="2194451" algn="l" defTabSz="4388900" rtl="0" eaLnBrk="1" latinLnBrk="0" hangingPunct="1">
        <a:defRPr sz="8600" kern="1200">
          <a:solidFill>
            <a:schemeClr val="tx1"/>
          </a:solidFill>
          <a:latin typeface="+mn-lt"/>
          <a:ea typeface="+mn-ea"/>
          <a:cs typeface="+mn-cs"/>
        </a:defRPr>
      </a:lvl2pPr>
      <a:lvl3pPr marL="4388900" algn="l" defTabSz="4388900" rtl="0" eaLnBrk="1" latinLnBrk="0" hangingPunct="1">
        <a:defRPr sz="8600" kern="1200">
          <a:solidFill>
            <a:schemeClr val="tx1"/>
          </a:solidFill>
          <a:latin typeface="+mn-lt"/>
          <a:ea typeface="+mn-ea"/>
          <a:cs typeface="+mn-cs"/>
        </a:defRPr>
      </a:lvl3pPr>
      <a:lvl4pPr marL="6583351" algn="l" defTabSz="4388900" rtl="0" eaLnBrk="1" latinLnBrk="0" hangingPunct="1">
        <a:defRPr sz="8600" kern="1200">
          <a:solidFill>
            <a:schemeClr val="tx1"/>
          </a:solidFill>
          <a:latin typeface="+mn-lt"/>
          <a:ea typeface="+mn-ea"/>
          <a:cs typeface="+mn-cs"/>
        </a:defRPr>
      </a:lvl4pPr>
      <a:lvl5pPr marL="8777801" algn="l" defTabSz="4388900" rtl="0" eaLnBrk="1" latinLnBrk="0" hangingPunct="1">
        <a:defRPr sz="8600" kern="1200">
          <a:solidFill>
            <a:schemeClr val="tx1"/>
          </a:solidFill>
          <a:latin typeface="+mn-lt"/>
          <a:ea typeface="+mn-ea"/>
          <a:cs typeface="+mn-cs"/>
        </a:defRPr>
      </a:lvl5pPr>
      <a:lvl6pPr marL="10972252" algn="l" defTabSz="4388900" rtl="0" eaLnBrk="1" latinLnBrk="0" hangingPunct="1">
        <a:defRPr sz="8600" kern="1200">
          <a:solidFill>
            <a:schemeClr val="tx1"/>
          </a:solidFill>
          <a:latin typeface="+mn-lt"/>
          <a:ea typeface="+mn-ea"/>
          <a:cs typeface="+mn-cs"/>
        </a:defRPr>
      </a:lvl6pPr>
      <a:lvl7pPr marL="13166703" algn="l" defTabSz="4388900" rtl="0" eaLnBrk="1" latinLnBrk="0" hangingPunct="1">
        <a:defRPr sz="8600" kern="1200">
          <a:solidFill>
            <a:schemeClr val="tx1"/>
          </a:solidFill>
          <a:latin typeface="+mn-lt"/>
          <a:ea typeface="+mn-ea"/>
          <a:cs typeface="+mn-cs"/>
        </a:defRPr>
      </a:lvl7pPr>
      <a:lvl8pPr marL="15361152" algn="l" defTabSz="4388900" rtl="0" eaLnBrk="1" latinLnBrk="0" hangingPunct="1">
        <a:defRPr sz="8600" kern="1200">
          <a:solidFill>
            <a:schemeClr val="tx1"/>
          </a:solidFill>
          <a:latin typeface="+mn-lt"/>
          <a:ea typeface="+mn-ea"/>
          <a:cs typeface="+mn-cs"/>
        </a:defRPr>
      </a:lvl8pPr>
      <a:lvl9pPr marL="17555603" algn="l" defTabSz="4388900" rtl="0" eaLnBrk="1" latinLnBrk="0" hangingPunct="1">
        <a:defRPr sz="8600" kern="1200">
          <a:solidFill>
            <a:schemeClr val="tx1"/>
          </a:solidFill>
          <a:latin typeface="+mn-lt"/>
          <a:ea typeface="+mn-ea"/>
          <a:cs typeface="+mn-cs"/>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reserve="1">
  <p:cSld>
    <p:bg>
      <p:bgPr>
        <a:solidFill>
          <a:schemeClr val="bg1"/>
        </a:solidFill>
        <a:effectLst/>
      </p:bgPr>
    </p:bg>
    <p:spTree>
      <p:nvGrpSpPr>
        <p:cNvPr id="1" name=""/>
        <p:cNvGrpSpPr/>
        <p:nvPr/>
      </p:nvGrpSpPr>
      <p:grpSpPr>
        <a:xfrm>
          <a:off x="0" y="0"/>
          <a:ext cx="0" cy="0"/>
          <a:chOff x="0" y="0"/>
          <a:chExt cx="0" cy="0"/>
        </a:xfrm>
      </p:grpSpPr>
      <p:sp>
        <p:nvSpPr>
          <p:cNvPr id="10" name="Text Box 14"/>
          <p:cNvSpPr txBox="1">
            <a:spLocks noChangeArrowheads="1"/>
          </p:cNvSpPr>
          <p:nvPr/>
        </p:nvSpPr>
        <p:spPr bwMode="auto">
          <a:xfrm>
            <a:off x="1567305" y="32390910"/>
            <a:ext cx="2514600" cy="341436"/>
          </a:xfrm>
          <a:prstGeom prst="rect">
            <a:avLst/>
          </a:prstGeom>
          <a:noFill/>
          <a:ln w="9525">
            <a:noFill/>
            <a:miter lim="800000"/>
            <a:headEnd/>
            <a:tailEnd/>
          </a:ln>
          <a:effectLst/>
        </p:spPr>
        <p:txBody>
          <a:bodyPr lIns="91263" tIns="45623" rIns="91263" bIns="45623">
            <a:spAutoFit/>
          </a:bodyPr>
          <a:lstStyle/>
          <a:p>
            <a:pPr eaLnBrk="0" hangingPunct="0">
              <a:lnSpc>
                <a:spcPct val="65000"/>
              </a:lnSpc>
              <a:spcBef>
                <a:spcPct val="50000"/>
              </a:spcBef>
              <a:defRPr/>
            </a:pPr>
            <a:r>
              <a:rPr lang="en-US" sz="500" b="1" dirty="0">
                <a:solidFill>
                  <a:schemeClr val="bg1">
                    <a:lumMod val="75000"/>
                  </a:schemeClr>
                </a:solidFill>
                <a:latin typeface="Arial" charset="0"/>
              </a:rPr>
              <a:t>RESEARCH POSTER PRESENTATION DESIGN © 2022</a:t>
            </a:r>
          </a:p>
          <a:p>
            <a:pPr eaLnBrk="0" hangingPunct="0">
              <a:lnSpc>
                <a:spcPct val="65000"/>
              </a:lnSpc>
              <a:spcBef>
                <a:spcPct val="50000"/>
              </a:spcBef>
              <a:defRPr/>
            </a:pPr>
            <a:r>
              <a:rPr lang="en-US" sz="1100" b="1" dirty="0">
                <a:solidFill>
                  <a:schemeClr val="bg1">
                    <a:lumMod val="75000"/>
                  </a:schemeClr>
                </a:solidFill>
                <a:latin typeface="Arial" charset="0"/>
              </a:rPr>
              <a:t>www.PosterPresentations.com</a:t>
            </a:r>
          </a:p>
        </p:txBody>
      </p:sp>
    </p:spTree>
    <p:extLst>
      <p:ext uri="{BB962C8B-B14F-4D97-AF65-F5344CB8AC3E}">
        <p14:creationId xmlns:p14="http://schemas.microsoft.com/office/powerpoint/2010/main" val="717728416"/>
      </p:ext>
    </p:extLst>
  </p:cSld>
  <p:clrMap bg1="lt1" tx1="dk1" bg2="lt2" tx2="dk2" accent1="accent1" accent2="accent2" accent3="accent3" accent4="accent4" accent5="accent5" accent6="accent6" hlink="hlink" folHlink="folHlink"/>
  <p:sldLayoutIdLst>
    <p:sldLayoutId id="2147483654" r:id="rId1"/>
  </p:sldLayoutIdLst>
  <p:txStyles>
    <p:titleStyle>
      <a:lvl1pPr algn="ctr" defTabSz="4388900" rtl="0" eaLnBrk="1" latinLnBrk="0" hangingPunct="1">
        <a:spcBef>
          <a:spcPct val="0"/>
        </a:spcBef>
        <a:buNone/>
        <a:defRPr sz="8800" kern="1200">
          <a:solidFill>
            <a:schemeClr val="bg1"/>
          </a:solidFill>
          <a:latin typeface="Trebuchet MS" pitchFamily="34" charset="0"/>
          <a:ea typeface="+mj-ea"/>
          <a:cs typeface="+mj-cs"/>
        </a:defRPr>
      </a:lvl1pPr>
    </p:titleStyle>
    <p:bodyStyle>
      <a:lvl1pPr marL="1645838" indent="-1645838" algn="l" defTabSz="4388900" rtl="0" eaLnBrk="1" latinLnBrk="0" hangingPunct="1">
        <a:spcBef>
          <a:spcPct val="20000"/>
        </a:spcBef>
        <a:buFont typeface="Arial" pitchFamily="34" charset="0"/>
        <a:buChar char="•"/>
        <a:defRPr sz="15400" kern="1200">
          <a:solidFill>
            <a:schemeClr val="tx1"/>
          </a:solidFill>
          <a:latin typeface="+mn-lt"/>
          <a:ea typeface="+mn-ea"/>
          <a:cs typeface="+mn-cs"/>
        </a:defRPr>
      </a:lvl1pPr>
      <a:lvl2pPr marL="3565982" indent="-1371531" algn="l" defTabSz="4388900" rtl="0" eaLnBrk="1" latinLnBrk="0" hangingPunct="1">
        <a:spcBef>
          <a:spcPct val="20000"/>
        </a:spcBef>
        <a:buFont typeface="Arial" pitchFamily="34" charset="0"/>
        <a:buChar char="–"/>
        <a:defRPr sz="13500" kern="1200">
          <a:solidFill>
            <a:schemeClr val="tx1"/>
          </a:solidFill>
          <a:latin typeface="+mn-lt"/>
          <a:ea typeface="+mn-ea"/>
          <a:cs typeface="+mn-cs"/>
        </a:defRPr>
      </a:lvl2pPr>
      <a:lvl3pPr marL="5486126" indent="-1097226" algn="l" defTabSz="4388900" rtl="0" eaLnBrk="1" latinLnBrk="0" hangingPunct="1">
        <a:spcBef>
          <a:spcPct val="20000"/>
        </a:spcBef>
        <a:buFont typeface="Arial" pitchFamily="34" charset="0"/>
        <a:buChar char="•"/>
        <a:defRPr sz="11600" kern="1200">
          <a:solidFill>
            <a:schemeClr val="tx1"/>
          </a:solidFill>
          <a:latin typeface="+mn-lt"/>
          <a:ea typeface="+mn-ea"/>
          <a:cs typeface="+mn-cs"/>
        </a:defRPr>
      </a:lvl3pPr>
      <a:lvl4pPr marL="7680577" indent="-1097226" algn="l" defTabSz="4388900" rtl="0" eaLnBrk="1" latinLnBrk="0" hangingPunct="1">
        <a:spcBef>
          <a:spcPct val="20000"/>
        </a:spcBef>
        <a:buFont typeface="Arial" pitchFamily="34" charset="0"/>
        <a:buChar char="–"/>
        <a:defRPr sz="9600" kern="1200">
          <a:solidFill>
            <a:schemeClr val="tx1"/>
          </a:solidFill>
          <a:latin typeface="+mn-lt"/>
          <a:ea typeface="+mn-ea"/>
          <a:cs typeface="+mn-cs"/>
        </a:defRPr>
      </a:lvl4pPr>
      <a:lvl5pPr marL="9875026" indent="-1097226" algn="l" defTabSz="4388900" rtl="0" eaLnBrk="1" latinLnBrk="0" hangingPunct="1">
        <a:spcBef>
          <a:spcPct val="20000"/>
        </a:spcBef>
        <a:buFont typeface="Arial" pitchFamily="34" charset="0"/>
        <a:buChar char="»"/>
        <a:defRPr sz="9600" kern="1200">
          <a:solidFill>
            <a:schemeClr val="tx1"/>
          </a:solidFill>
          <a:latin typeface="+mn-lt"/>
          <a:ea typeface="+mn-ea"/>
          <a:cs typeface="+mn-cs"/>
        </a:defRPr>
      </a:lvl5pPr>
      <a:lvl6pPr marL="12069477" indent="-1097226" algn="l" defTabSz="4388900" rtl="0" eaLnBrk="1" latinLnBrk="0" hangingPunct="1">
        <a:spcBef>
          <a:spcPct val="20000"/>
        </a:spcBef>
        <a:buFont typeface="Arial" pitchFamily="34" charset="0"/>
        <a:buChar char="•"/>
        <a:defRPr sz="9600" kern="1200">
          <a:solidFill>
            <a:schemeClr val="tx1"/>
          </a:solidFill>
          <a:latin typeface="+mn-lt"/>
          <a:ea typeface="+mn-ea"/>
          <a:cs typeface="+mn-cs"/>
        </a:defRPr>
      </a:lvl6pPr>
      <a:lvl7pPr marL="14263926" indent="-1097226" algn="l" defTabSz="4388900" rtl="0" eaLnBrk="1" latinLnBrk="0" hangingPunct="1">
        <a:spcBef>
          <a:spcPct val="20000"/>
        </a:spcBef>
        <a:buFont typeface="Arial" pitchFamily="34" charset="0"/>
        <a:buChar char="•"/>
        <a:defRPr sz="9600" kern="1200">
          <a:solidFill>
            <a:schemeClr val="tx1"/>
          </a:solidFill>
          <a:latin typeface="+mn-lt"/>
          <a:ea typeface="+mn-ea"/>
          <a:cs typeface="+mn-cs"/>
        </a:defRPr>
      </a:lvl7pPr>
      <a:lvl8pPr marL="16458377" indent="-1097226" algn="l" defTabSz="4388900" rtl="0" eaLnBrk="1" latinLnBrk="0" hangingPunct="1">
        <a:spcBef>
          <a:spcPct val="20000"/>
        </a:spcBef>
        <a:buFont typeface="Arial" pitchFamily="34" charset="0"/>
        <a:buChar char="•"/>
        <a:defRPr sz="9600" kern="1200">
          <a:solidFill>
            <a:schemeClr val="tx1"/>
          </a:solidFill>
          <a:latin typeface="+mn-lt"/>
          <a:ea typeface="+mn-ea"/>
          <a:cs typeface="+mn-cs"/>
        </a:defRPr>
      </a:lvl8pPr>
      <a:lvl9pPr marL="18652827" indent="-1097226" algn="l" defTabSz="4388900" rtl="0" eaLnBrk="1" latinLnBrk="0" hangingPunct="1">
        <a:spcBef>
          <a:spcPct val="20000"/>
        </a:spcBef>
        <a:buFont typeface="Arial" pitchFamily="34" charset="0"/>
        <a:buChar char="•"/>
        <a:defRPr sz="9600" kern="1200">
          <a:solidFill>
            <a:schemeClr val="tx1"/>
          </a:solidFill>
          <a:latin typeface="+mn-lt"/>
          <a:ea typeface="+mn-ea"/>
          <a:cs typeface="+mn-cs"/>
        </a:defRPr>
      </a:lvl9pPr>
    </p:bodyStyle>
    <p:otherStyle>
      <a:defPPr>
        <a:defRPr lang="en-US"/>
      </a:defPPr>
      <a:lvl1pPr marL="0" algn="l" defTabSz="4388900" rtl="0" eaLnBrk="1" latinLnBrk="0" hangingPunct="1">
        <a:defRPr sz="8600" kern="1200">
          <a:solidFill>
            <a:schemeClr val="tx1"/>
          </a:solidFill>
          <a:latin typeface="+mn-lt"/>
          <a:ea typeface="+mn-ea"/>
          <a:cs typeface="+mn-cs"/>
        </a:defRPr>
      </a:lvl1pPr>
      <a:lvl2pPr marL="2194451" algn="l" defTabSz="4388900" rtl="0" eaLnBrk="1" latinLnBrk="0" hangingPunct="1">
        <a:defRPr sz="8600" kern="1200">
          <a:solidFill>
            <a:schemeClr val="tx1"/>
          </a:solidFill>
          <a:latin typeface="+mn-lt"/>
          <a:ea typeface="+mn-ea"/>
          <a:cs typeface="+mn-cs"/>
        </a:defRPr>
      </a:lvl2pPr>
      <a:lvl3pPr marL="4388900" algn="l" defTabSz="4388900" rtl="0" eaLnBrk="1" latinLnBrk="0" hangingPunct="1">
        <a:defRPr sz="8600" kern="1200">
          <a:solidFill>
            <a:schemeClr val="tx1"/>
          </a:solidFill>
          <a:latin typeface="+mn-lt"/>
          <a:ea typeface="+mn-ea"/>
          <a:cs typeface="+mn-cs"/>
        </a:defRPr>
      </a:lvl3pPr>
      <a:lvl4pPr marL="6583351" algn="l" defTabSz="4388900" rtl="0" eaLnBrk="1" latinLnBrk="0" hangingPunct="1">
        <a:defRPr sz="8600" kern="1200">
          <a:solidFill>
            <a:schemeClr val="tx1"/>
          </a:solidFill>
          <a:latin typeface="+mn-lt"/>
          <a:ea typeface="+mn-ea"/>
          <a:cs typeface="+mn-cs"/>
        </a:defRPr>
      </a:lvl4pPr>
      <a:lvl5pPr marL="8777801" algn="l" defTabSz="4388900" rtl="0" eaLnBrk="1" latinLnBrk="0" hangingPunct="1">
        <a:defRPr sz="8600" kern="1200">
          <a:solidFill>
            <a:schemeClr val="tx1"/>
          </a:solidFill>
          <a:latin typeface="+mn-lt"/>
          <a:ea typeface="+mn-ea"/>
          <a:cs typeface="+mn-cs"/>
        </a:defRPr>
      </a:lvl5pPr>
      <a:lvl6pPr marL="10972252" algn="l" defTabSz="4388900" rtl="0" eaLnBrk="1" latinLnBrk="0" hangingPunct="1">
        <a:defRPr sz="8600" kern="1200">
          <a:solidFill>
            <a:schemeClr val="tx1"/>
          </a:solidFill>
          <a:latin typeface="+mn-lt"/>
          <a:ea typeface="+mn-ea"/>
          <a:cs typeface="+mn-cs"/>
        </a:defRPr>
      </a:lvl6pPr>
      <a:lvl7pPr marL="13166703" algn="l" defTabSz="4388900" rtl="0" eaLnBrk="1" latinLnBrk="0" hangingPunct="1">
        <a:defRPr sz="8600" kern="1200">
          <a:solidFill>
            <a:schemeClr val="tx1"/>
          </a:solidFill>
          <a:latin typeface="+mn-lt"/>
          <a:ea typeface="+mn-ea"/>
          <a:cs typeface="+mn-cs"/>
        </a:defRPr>
      </a:lvl7pPr>
      <a:lvl8pPr marL="15361152" algn="l" defTabSz="4388900" rtl="0" eaLnBrk="1" latinLnBrk="0" hangingPunct="1">
        <a:defRPr sz="8600" kern="1200">
          <a:solidFill>
            <a:schemeClr val="tx1"/>
          </a:solidFill>
          <a:latin typeface="+mn-lt"/>
          <a:ea typeface="+mn-ea"/>
          <a:cs typeface="+mn-cs"/>
        </a:defRPr>
      </a:lvl8pPr>
      <a:lvl9pPr marL="17555603" algn="l" defTabSz="4388900" rtl="0" eaLnBrk="1" latinLnBrk="0" hangingPunct="1">
        <a:defRPr sz="86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8" Type="http://schemas.openxmlformats.org/officeDocument/2006/relationships/image" Target="../media/image10.wmf"/><Relationship Id="rId3" Type="http://schemas.openxmlformats.org/officeDocument/2006/relationships/hyperlink" Target="https://www.sfu.ca/~ssurjano/schwef.html" TargetMode="External"/><Relationship Id="rId7" Type="http://schemas.openxmlformats.org/officeDocument/2006/relationships/oleObject" Target="../embeddings/oleObject2.bin"/><Relationship Id="rId12" Type="http://schemas.openxmlformats.org/officeDocument/2006/relationships/image" Target="../media/image14.png"/><Relationship Id="rId2" Type="http://schemas.openxmlformats.org/officeDocument/2006/relationships/notesSlide" Target="../notesSlides/notesSlide1.xml"/><Relationship Id="rId1" Type="http://schemas.openxmlformats.org/officeDocument/2006/relationships/slideLayout" Target="../slideLayouts/slideLayout1.xml"/><Relationship Id="rId6" Type="http://schemas.openxmlformats.org/officeDocument/2006/relationships/image" Target="../media/image9.wmf"/><Relationship Id="rId11" Type="http://schemas.openxmlformats.org/officeDocument/2006/relationships/image" Target="../media/image13.png"/><Relationship Id="rId5" Type="http://schemas.openxmlformats.org/officeDocument/2006/relationships/oleObject" Target="../embeddings/oleObject1.bin"/><Relationship Id="rId10" Type="http://schemas.openxmlformats.org/officeDocument/2006/relationships/image" Target="../media/image12.png"/><Relationship Id="rId4" Type="http://schemas.openxmlformats.org/officeDocument/2006/relationships/hyperlink" Target="https://www.sfu.ca/~ssurjano/shubert.html" TargetMode="External"/><Relationship Id="rId9" Type="http://schemas.openxmlformats.org/officeDocument/2006/relationships/image" Target="../media/image11.png"/></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Placeholder 1">
            <a:extLst>
              <a:ext uri="{FF2B5EF4-FFF2-40B4-BE49-F238E27FC236}">
                <a16:creationId xmlns:a16="http://schemas.microsoft.com/office/drawing/2014/main" id="{7039B15A-A5D0-CCF3-5253-13C72B1D5BE0}"/>
              </a:ext>
            </a:extLst>
          </p:cNvPr>
          <p:cNvSpPr>
            <a:spLocks noGrp="1"/>
          </p:cNvSpPr>
          <p:nvPr>
            <p:ph type="body" sz="quarter" idx="10"/>
          </p:nvPr>
        </p:nvSpPr>
        <p:spPr>
          <a:xfrm>
            <a:off x="562658" y="5914579"/>
            <a:ext cx="10056813" cy="14003811"/>
          </a:xfrm>
        </p:spPr>
        <p:txBody>
          <a:bodyPr/>
          <a:lstStyle/>
          <a:p>
            <a:r>
              <a:rPr lang="en-US" altLang="zh-CN" sz="4000" dirty="0"/>
              <a:t>This project constructs an extensible optimization solver test platform that integrates genetic algorithm (GA) and simulated annealing algorithm (SA) to solve complex function optimization problems with multiple local minima. The Schwefel Function and Shubert Function were selected as the benchmark test functions to compare the performances of the two algorithms in terms of convergence speed, solution accuracy and robustness under a unified framework. The experimental results show that the GA converges faster in the early search stage and is suitable for rapid approximation. SA demonstrates a stronger ability to escape local optima in high-dimensional or strongly nonlinear problems, and the final solution is closer to the theoretical global optimum.</a:t>
            </a:r>
            <a:endParaRPr lang="en-US" sz="4000" dirty="0"/>
          </a:p>
        </p:txBody>
      </p:sp>
      <p:sp>
        <p:nvSpPr>
          <p:cNvPr id="3" name="Text Placeholder 2">
            <a:extLst>
              <a:ext uri="{FF2B5EF4-FFF2-40B4-BE49-F238E27FC236}">
                <a16:creationId xmlns:a16="http://schemas.microsoft.com/office/drawing/2014/main" id="{ABF601BF-2A5B-5C56-BF98-D57CC5FA7615}"/>
              </a:ext>
            </a:extLst>
          </p:cNvPr>
          <p:cNvSpPr>
            <a:spLocks noGrp="1"/>
          </p:cNvSpPr>
          <p:nvPr>
            <p:ph type="body" sz="quarter" idx="11"/>
          </p:nvPr>
        </p:nvSpPr>
        <p:spPr>
          <a:xfrm>
            <a:off x="477827" y="4968075"/>
            <a:ext cx="10048875" cy="861766"/>
          </a:xfrm>
        </p:spPr>
        <p:txBody>
          <a:bodyPr/>
          <a:lstStyle/>
          <a:p>
            <a:r>
              <a:rPr lang="en-US" sz="4400" dirty="0"/>
              <a:t>Abstract</a:t>
            </a:r>
          </a:p>
        </p:txBody>
      </p:sp>
      <p:sp>
        <p:nvSpPr>
          <p:cNvPr id="4" name="Text Placeholder 3">
            <a:extLst>
              <a:ext uri="{FF2B5EF4-FFF2-40B4-BE49-F238E27FC236}">
                <a16:creationId xmlns:a16="http://schemas.microsoft.com/office/drawing/2014/main" id="{2FA128F3-6A57-DD54-BC55-ABC7987AB417}"/>
              </a:ext>
            </a:extLst>
          </p:cNvPr>
          <p:cNvSpPr>
            <a:spLocks noGrp="1"/>
          </p:cNvSpPr>
          <p:nvPr>
            <p:ph type="body" sz="quarter" idx="20"/>
          </p:nvPr>
        </p:nvSpPr>
        <p:spPr>
          <a:xfrm>
            <a:off x="208329" y="20803352"/>
            <a:ext cx="10050462" cy="861766"/>
          </a:xfrm>
        </p:spPr>
        <p:txBody>
          <a:bodyPr/>
          <a:lstStyle/>
          <a:p>
            <a:r>
              <a:rPr lang="en-US" sz="4400" dirty="0"/>
              <a:t>Objectives</a:t>
            </a:r>
          </a:p>
        </p:txBody>
      </p:sp>
      <p:sp>
        <p:nvSpPr>
          <p:cNvPr id="5" name="Text Placeholder 4">
            <a:extLst>
              <a:ext uri="{FF2B5EF4-FFF2-40B4-BE49-F238E27FC236}">
                <a16:creationId xmlns:a16="http://schemas.microsoft.com/office/drawing/2014/main" id="{7E17A497-46C1-B833-4D36-ADCA71D86349}"/>
              </a:ext>
            </a:extLst>
          </p:cNvPr>
          <p:cNvSpPr>
            <a:spLocks noGrp="1"/>
          </p:cNvSpPr>
          <p:nvPr>
            <p:ph type="body" sz="quarter" idx="21"/>
          </p:nvPr>
        </p:nvSpPr>
        <p:spPr>
          <a:xfrm>
            <a:off x="11470975" y="5900516"/>
            <a:ext cx="10048874" cy="24221993"/>
          </a:xfrm>
        </p:spPr>
        <p:txBody>
          <a:bodyPr/>
          <a:lstStyle/>
          <a:p>
            <a:r>
              <a:rPr lang="en-US" sz="4000" dirty="0"/>
              <a:t>Test function description:</a:t>
            </a:r>
          </a:p>
          <a:p>
            <a:pPr marL="571500" indent="-571500">
              <a:buFont typeface="Wingdings" panose="05000000000000000000" pitchFamily="2" charset="2"/>
              <a:buChar char="l"/>
            </a:pPr>
            <a:r>
              <a:rPr lang="en-US" sz="4000" dirty="0"/>
              <a:t>Schwefel Function(dim(</a:t>
            </a:r>
            <a:r>
              <a:rPr lang="en-US" sz="4000" b="1" dirty="0"/>
              <a:t>x</a:t>
            </a:r>
            <a:r>
              <a:rPr lang="en-US" sz="4000" dirty="0"/>
              <a:t>)=3):</a:t>
            </a:r>
          </a:p>
          <a:p>
            <a:pPr marL="571500" indent="-571500">
              <a:buFont typeface="Wingdings" panose="05000000000000000000" pitchFamily="2" charset="2"/>
              <a:buChar char="l"/>
            </a:pPr>
            <a:endParaRPr lang="en-US" sz="4000" dirty="0"/>
          </a:p>
          <a:p>
            <a:endParaRPr lang="en-US" sz="4000" dirty="0"/>
          </a:p>
          <a:p>
            <a:pPr marL="571500" indent="-571500">
              <a:buFont typeface="Wingdings" panose="05000000000000000000" pitchFamily="2" charset="2"/>
              <a:buChar char="l"/>
            </a:pPr>
            <a:endParaRPr lang="en-US" sz="4000" dirty="0"/>
          </a:p>
          <a:p>
            <a:pPr marL="571500" indent="-571500">
              <a:buFont typeface="Wingdings" panose="05000000000000000000" pitchFamily="2" charset="2"/>
              <a:buChar char="l"/>
            </a:pPr>
            <a:r>
              <a:rPr lang="en-US" sz="4000" dirty="0"/>
              <a:t>Shubert Function:</a:t>
            </a:r>
          </a:p>
          <a:p>
            <a:pPr marL="571500" indent="-571500">
              <a:buFont typeface="Wingdings" panose="05000000000000000000" pitchFamily="2" charset="2"/>
              <a:buChar char="l"/>
            </a:pPr>
            <a:endParaRPr lang="en-US" sz="4000" dirty="0"/>
          </a:p>
          <a:p>
            <a:endParaRPr lang="en-US" sz="4000" dirty="0"/>
          </a:p>
          <a:p>
            <a:endParaRPr lang="en-US" sz="4000" dirty="0"/>
          </a:p>
          <a:p>
            <a:r>
              <a:rPr lang="en-US" sz="4000" dirty="0"/>
              <a:t>Details of algorithm implementation:</a:t>
            </a:r>
          </a:p>
          <a:p>
            <a:pPr marL="571500" indent="-571500">
              <a:buFont typeface="Wingdings" panose="05000000000000000000" pitchFamily="2" charset="2"/>
              <a:buChar char="l"/>
            </a:pPr>
            <a:r>
              <a:rPr lang="en-US" altLang="zh-CN" sz="4000" dirty="0"/>
              <a:t>GA: It adopts binary coding (100 bits per variable), with a population size of 100. Tournament selection (ratio 0.25), single-point crossover (probability 1.0), bit flip mutation (probability 0.1), and a maximum iteration of 1000 generations. If there is no improvement for 30 consecutive generations, it will be prematurely terminated.</a:t>
            </a:r>
          </a:p>
          <a:p>
            <a:pPr marL="571500" indent="-571500">
              <a:buFont typeface="Wingdings" panose="05000000000000000000" pitchFamily="2" charset="2"/>
              <a:buChar char="l"/>
            </a:pPr>
            <a:r>
              <a:rPr lang="en-US" sz="4000" dirty="0"/>
              <a:t>SA: </a:t>
            </a:r>
            <a:r>
              <a:rPr lang="en-US" altLang="zh-CN" sz="4000" dirty="0"/>
              <a:t>U</a:t>
            </a:r>
            <a:r>
              <a:rPr lang="en-US" sz="4000" dirty="0"/>
              <a:t>sing </a:t>
            </a:r>
            <a:r>
              <a:rPr lang="en-US" altLang="zh-CN" sz="4000" dirty="0"/>
              <a:t>same</a:t>
            </a:r>
            <a:r>
              <a:rPr lang="en-US" sz="4000" dirty="0"/>
              <a:t> binary coding, the initial temperature is 500 degrees, the cooling coefficient is 0.8, and 10 independent chains are run in parallel. The process is stopped when the temperature drops to 1e-5 or after 600 consecutive iterations without improvement.</a:t>
            </a:r>
          </a:p>
          <a:p>
            <a:pPr marL="571500" indent="-571500">
              <a:buFont typeface="Wingdings" panose="05000000000000000000" pitchFamily="2" charset="2"/>
              <a:buChar char="l"/>
            </a:pPr>
            <a:r>
              <a:rPr lang="en-US" sz="4000" dirty="0"/>
              <a:t>All experiments have a fixed random seed (</a:t>
            </a:r>
            <a:r>
              <a:rPr lang="en-US" sz="4000" dirty="0" err="1"/>
              <a:t>random_state</a:t>
            </a:r>
            <a:r>
              <a:rPr lang="en-US" sz="4000" dirty="0"/>
              <a:t>=69) to ensure the reproducibility of the results.</a:t>
            </a:r>
          </a:p>
          <a:p>
            <a:pPr marL="571500" indent="-571500">
              <a:buFont typeface="Wingdings" panose="05000000000000000000" pitchFamily="2" charset="2"/>
              <a:buChar char="l"/>
            </a:pPr>
            <a:r>
              <a:rPr lang="en-US" sz="4000" dirty="0"/>
              <a:t>The code makes the minimization problem applicable to the maximization framework by taking a negative sign.</a:t>
            </a:r>
          </a:p>
        </p:txBody>
      </p:sp>
      <p:sp>
        <p:nvSpPr>
          <p:cNvPr id="6" name="Text Placeholder 5">
            <a:extLst>
              <a:ext uri="{FF2B5EF4-FFF2-40B4-BE49-F238E27FC236}">
                <a16:creationId xmlns:a16="http://schemas.microsoft.com/office/drawing/2014/main" id="{6585B3EA-B18E-7FC2-B2CD-2D7E02CF97EB}"/>
              </a:ext>
            </a:extLst>
          </p:cNvPr>
          <p:cNvSpPr>
            <a:spLocks noGrp="1"/>
          </p:cNvSpPr>
          <p:nvPr>
            <p:ph type="body" sz="quarter" idx="22"/>
          </p:nvPr>
        </p:nvSpPr>
        <p:spPr>
          <a:xfrm>
            <a:off x="11460162" y="5000109"/>
            <a:ext cx="10048875" cy="861766"/>
          </a:xfrm>
        </p:spPr>
        <p:txBody>
          <a:bodyPr/>
          <a:lstStyle/>
          <a:p>
            <a:r>
              <a:rPr lang="en-US" sz="4400" dirty="0"/>
              <a:t>Method</a:t>
            </a:r>
          </a:p>
        </p:txBody>
      </p:sp>
      <p:sp>
        <p:nvSpPr>
          <p:cNvPr id="7" name="Text Placeholder 6">
            <a:extLst>
              <a:ext uri="{FF2B5EF4-FFF2-40B4-BE49-F238E27FC236}">
                <a16:creationId xmlns:a16="http://schemas.microsoft.com/office/drawing/2014/main" id="{4F5BE437-9F0D-82A7-FBFB-D2DBD5108729}"/>
              </a:ext>
            </a:extLst>
          </p:cNvPr>
          <p:cNvSpPr>
            <a:spLocks noGrp="1"/>
          </p:cNvSpPr>
          <p:nvPr>
            <p:ph type="body" sz="quarter" idx="23"/>
          </p:nvPr>
        </p:nvSpPr>
        <p:spPr>
          <a:xfrm>
            <a:off x="22371352" y="5924294"/>
            <a:ext cx="10578457" cy="25576210"/>
          </a:xfrm>
        </p:spPr>
        <p:txBody>
          <a:bodyPr/>
          <a:lstStyle/>
          <a:p>
            <a:pPr marL="571500" indent="-571500">
              <a:buFont typeface="Wingdings" panose="05000000000000000000" pitchFamily="2" charset="2"/>
              <a:buChar char="l"/>
            </a:pPr>
            <a:r>
              <a:rPr lang="en-US" sz="4000" dirty="0"/>
              <a:t>Schwefel Function:</a:t>
            </a:r>
          </a:p>
          <a:p>
            <a:r>
              <a:rPr lang="en-US" sz="4000" dirty="0"/>
              <a:t>The image shows that SA reaches the optimal fitness of -0.0007429 in approximately 2334 iterations, and the convergence process shows the characteristics of a rapid decline followed by a stabilization. GA achieved the optimal fitness of -0.0058981 within 14 iterations.</a:t>
            </a:r>
          </a:p>
          <a:p>
            <a:endParaRPr lang="en-US" sz="4000" dirty="0"/>
          </a:p>
          <a:p>
            <a:endParaRPr lang="en-US" sz="4000" dirty="0"/>
          </a:p>
          <a:p>
            <a:endParaRPr lang="en-US" sz="4000" dirty="0"/>
          </a:p>
          <a:p>
            <a:endParaRPr lang="en-US" sz="4000" dirty="0"/>
          </a:p>
          <a:p>
            <a:endParaRPr lang="en-US" sz="4000" dirty="0"/>
          </a:p>
          <a:p>
            <a:endParaRPr lang="en-US" sz="4000" dirty="0"/>
          </a:p>
          <a:p>
            <a:endParaRPr lang="en-US" altLang="zh-CN" sz="4000" dirty="0"/>
          </a:p>
          <a:p>
            <a:pPr marL="571500" indent="-571500">
              <a:buFont typeface="Wingdings" panose="05000000000000000000" pitchFamily="2" charset="2"/>
              <a:buChar char="l"/>
            </a:pPr>
            <a:endParaRPr lang="en-US" altLang="zh-CN" sz="4000" dirty="0"/>
          </a:p>
          <a:p>
            <a:pPr marL="571500" indent="-571500">
              <a:buFont typeface="Wingdings" panose="05000000000000000000" pitchFamily="2" charset="2"/>
              <a:buChar char="l"/>
            </a:pPr>
            <a:endParaRPr lang="en-US" altLang="zh-CN" sz="4000" dirty="0"/>
          </a:p>
          <a:p>
            <a:pPr marL="571500" indent="-571500">
              <a:buFont typeface="Wingdings" panose="05000000000000000000" pitchFamily="2" charset="2"/>
              <a:buChar char="l"/>
            </a:pPr>
            <a:endParaRPr lang="en-US" altLang="zh-CN" sz="4000" dirty="0"/>
          </a:p>
          <a:p>
            <a:pPr marL="571500" indent="-571500">
              <a:buFont typeface="Wingdings" panose="05000000000000000000" pitchFamily="2" charset="2"/>
              <a:buChar char="l"/>
            </a:pPr>
            <a:r>
              <a:rPr lang="en-US" altLang="zh-CN" sz="4000" dirty="0"/>
              <a:t>Shubert Function:</a:t>
            </a:r>
          </a:p>
          <a:p>
            <a:endParaRPr lang="en-US" altLang="zh-CN" sz="4000" dirty="0"/>
          </a:p>
          <a:p>
            <a:endParaRPr lang="en-US" altLang="zh-CN" sz="4000" dirty="0"/>
          </a:p>
          <a:p>
            <a:endParaRPr lang="en-US" altLang="zh-CN" sz="4000" dirty="0"/>
          </a:p>
          <a:p>
            <a:endParaRPr lang="en-US" altLang="zh-CN" sz="4000" dirty="0"/>
          </a:p>
          <a:p>
            <a:endParaRPr lang="en-US" altLang="zh-CN" sz="4000" dirty="0"/>
          </a:p>
          <a:p>
            <a:endParaRPr lang="en-US" altLang="zh-CN" sz="4000" dirty="0"/>
          </a:p>
          <a:p>
            <a:r>
              <a:rPr lang="en-US" altLang="zh-CN" sz="4000" dirty="0"/>
              <a:t>The image shows the historical trajectory of the best solution during the optimization process of GA and SA. It is recorded every 5 generations or 50 generations. The blue surface represents the terrain of the objective function, and the red points indicate the optimal solution positions found by each algorithm. Among them, SA discovered candidate solutions in multiple areas, while GA concentrated in a single area.</a:t>
            </a:r>
            <a:endParaRPr lang="en-US" altLang="zh-CN" sz="3600" dirty="0"/>
          </a:p>
        </p:txBody>
      </p:sp>
      <p:sp>
        <p:nvSpPr>
          <p:cNvPr id="8" name="Text Placeholder 7">
            <a:extLst>
              <a:ext uri="{FF2B5EF4-FFF2-40B4-BE49-F238E27FC236}">
                <a16:creationId xmlns:a16="http://schemas.microsoft.com/office/drawing/2014/main" id="{194151B7-6ED8-F2C6-FE53-92BB5AE7F145}"/>
              </a:ext>
            </a:extLst>
          </p:cNvPr>
          <p:cNvSpPr>
            <a:spLocks noGrp="1"/>
          </p:cNvSpPr>
          <p:nvPr>
            <p:ph type="body" sz="quarter" idx="24"/>
          </p:nvPr>
        </p:nvSpPr>
        <p:spPr>
          <a:xfrm>
            <a:off x="22377404" y="5000109"/>
            <a:ext cx="10058400" cy="861766"/>
          </a:xfrm>
        </p:spPr>
        <p:txBody>
          <a:bodyPr/>
          <a:lstStyle/>
          <a:p>
            <a:r>
              <a:rPr lang="en-US" sz="4400" dirty="0"/>
              <a:t>Result</a:t>
            </a:r>
          </a:p>
        </p:txBody>
      </p:sp>
      <p:sp>
        <p:nvSpPr>
          <p:cNvPr id="9" name="Text Placeholder 8">
            <a:extLst>
              <a:ext uri="{FF2B5EF4-FFF2-40B4-BE49-F238E27FC236}">
                <a16:creationId xmlns:a16="http://schemas.microsoft.com/office/drawing/2014/main" id="{109607D9-8986-46BB-4981-8DFFD1929625}"/>
              </a:ext>
            </a:extLst>
          </p:cNvPr>
          <p:cNvSpPr>
            <a:spLocks noGrp="1"/>
          </p:cNvSpPr>
          <p:nvPr>
            <p:ph type="body" sz="quarter" idx="25"/>
          </p:nvPr>
        </p:nvSpPr>
        <p:spPr>
          <a:xfrm>
            <a:off x="33390292" y="5000109"/>
            <a:ext cx="10047018" cy="861766"/>
          </a:xfrm>
        </p:spPr>
        <p:txBody>
          <a:bodyPr/>
          <a:lstStyle/>
          <a:p>
            <a:r>
              <a:rPr lang="en-US" sz="4400" dirty="0"/>
              <a:t>Conclusion</a:t>
            </a:r>
          </a:p>
        </p:txBody>
      </p:sp>
      <p:sp>
        <p:nvSpPr>
          <p:cNvPr id="10" name="Text Placeholder 9">
            <a:extLst>
              <a:ext uri="{FF2B5EF4-FFF2-40B4-BE49-F238E27FC236}">
                <a16:creationId xmlns:a16="http://schemas.microsoft.com/office/drawing/2014/main" id="{BD8D252B-839A-3EC0-1EEA-A62A153F85EC}"/>
              </a:ext>
            </a:extLst>
          </p:cNvPr>
          <p:cNvSpPr>
            <a:spLocks noGrp="1"/>
          </p:cNvSpPr>
          <p:nvPr>
            <p:ph type="body" sz="quarter" idx="26"/>
          </p:nvPr>
        </p:nvSpPr>
        <p:spPr>
          <a:xfrm>
            <a:off x="33390292" y="5950266"/>
            <a:ext cx="10047018" cy="17697130"/>
          </a:xfrm>
        </p:spPr>
        <p:txBody>
          <a:bodyPr/>
          <a:lstStyle/>
          <a:p>
            <a:r>
              <a:rPr lang="en-US" altLang="zh-CN" sz="4000" dirty="0"/>
              <a:t>The experimental results demonstrate that GA exhibits faster initial convergence on low-dimensional multimodal functions, making it suitable for preliminary searches where computational efficiency is prioritized. In contrast, SA, despite its slower convergence, shows superior global exploration capability on high-dimensional or highly multimodal functions with dense local minima, yielding solutions closer to the theoretical global optimum. The complementary strengths of the two algorithms across different problem settings corroborate the "No Free Lunch" theorem—no single optimization algorithm universally outperforms all others. The developed testbed features a clear architecture and configurable parameters, enabling rapid integration of new algorithms and providing a reproducible experimental foundation for future research. Future work will incorporate adaptive parameter control mechanisms to further enhance algorithmic performance.</a:t>
            </a:r>
            <a:endParaRPr lang="en-US" sz="4000" dirty="0"/>
          </a:p>
        </p:txBody>
      </p:sp>
      <p:sp>
        <p:nvSpPr>
          <p:cNvPr id="11" name="Text Placeholder 10">
            <a:extLst>
              <a:ext uri="{FF2B5EF4-FFF2-40B4-BE49-F238E27FC236}">
                <a16:creationId xmlns:a16="http://schemas.microsoft.com/office/drawing/2014/main" id="{13725BF2-9AE2-7633-0FAE-711AAE057EFC}"/>
              </a:ext>
            </a:extLst>
          </p:cNvPr>
          <p:cNvSpPr>
            <a:spLocks noGrp="1"/>
          </p:cNvSpPr>
          <p:nvPr>
            <p:ph type="body" sz="quarter" idx="27"/>
          </p:nvPr>
        </p:nvSpPr>
        <p:spPr>
          <a:xfrm>
            <a:off x="33410420" y="23687234"/>
            <a:ext cx="10047018" cy="861766"/>
          </a:xfrm>
        </p:spPr>
        <p:txBody>
          <a:bodyPr/>
          <a:lstStyle/>
          <a:p>
            <a:r>
              <a:rPr lang="en-US" sz="4400" dirty="0"/>
              <a:t>Reference</a:t>
            </a:r>
          </a:p>
        </p:txBody>
      </p:sp>
      <p:sp>
        <p:nvSpPr>
          <p:cNvPr id="12" name="Text Placeholder 11">
            <a:extLst>
              <a:ext uri="{FF2B5EF4-FFF2-40B4-BE49-F238E27FC236}">
                <a16:creationId xmlns:a16="http://schemas.microsoft.com/office/drawing/2014/main" id="{14C41E60-197E-8E8D-43FF-35936D78FF38}"/>
              </a:ext>
            </a:extLst>
          </p:cNvPr>
          <p:cNvSpPr>
            <a:spLocks noGrp="1"/>
          </p:cNvSpPr>
          <p:nvPr>
            <p:ph type="body" sz="quarter" idx="28"/>
          </p:nvPr>
        </p:nvSpPr>
        <p:spPr>
          <a:xfrm>
            <a:off x="33395324" y="24390336"/>
            <a:ext cx="10052050" cy="3367220"/>
          </a:xfrm>
        </p:spPr>
        <p:txBody>
          <a:bodyPr/>
          <a:lstStyle/>
          <a:p>
            <a:pPr marL="285750" indent="-285750">
              <a:buFont typeface="Wingdings" panose="05000000000000000000" pitchFamily="2" charset="2"/>
              <a:buChar char="l"/>
            </a:pPr>
            <a:r>
              <a:rPr lang="en-US" altLang="zh-CN" sz="3200" i="1" dirty="0"/>
              <a:t>Schwefel Function</a:t>
            </a:r>
            <a:r>
              <a:rPr lang="en-US" altLang="zh-CN" sz="3200" dirty="0"/>
              <a:t>. (n.d.). Retrieved February 10, 2026, from </a:t>
            </a:r>
            <a:r>
              <a:rPr lang="en-US" altLang="zh-CN" sz="3200" dirty="0">
                <a:hlinkClick r:id="rId3"/>
              </a:rPr>
              <a:t>https://www.sfu.ca/~ssurjano/schwef.html</a:t>
            </a:r>
            <a:endParaRPr lang="en-US" altLang="zh-CN" sz="3200" dirty="0"/>
          </a:p>
          <a:p>
            <a:pPr marL="285750" indent="-285750">
              <a:buFont typeface="Wingdings" panose="05000000000000000000" pitchFamily="2" charset="2"/>
              <a:buChar char="l"/>
            </a:pPr>
            <a:r>
              <a:rPr lang="en-US" altLang="zh-CN" sz="3200" i="1" dirty="0"/>
              <a:t>Shubert Function</a:t>
            </a:r>
            <a:r>
              <a:rPr lang="en-US" altLang="zh-CN" sz="3200" dirty="0"/>
              <a:t>. (n.d.). Retrieved February 10, 2026, from </a:t>
            </a:r>
            <a:r>
              <a:rPr lang="en-US" altLang="zh-CN" sz="3200" dirty="0">
                <a:hlinkClick r:id="rId4"/>
              </a:rPr>
              <a:t>https://www.sfu.ca/~ssurjano/shubert.html</a:t>
            </a:r>
            <a:endParaRPr lang="en-US" altLang="zh-CN" sz="3200" dirty="0"/>
          </a:p>
          <a:p>
            <a:endParaRPr lang="en-US" dirty="0"/>
          </a:p>
        </p:txBody>
      </p:sp>
      <p:sp>
        <p:nvSpPr>
          <p:cNvPr id="13" name="Text Placeholder 12">
            <a:extLst>
              <a:ext uri="{FF2B5EF4-FFF2-40B4-BE49-F238E27FC236}">
                <a16:creationId xmlns:a16="http://schemas.microsoft.com/office/drawing/2014/main" id="{0F6D87B7-C12A-12F9-A946-B5E4656EE02D}"/>
              </a:ext>
            </a:extLst>
          </p:cNvPr>
          <p:cNvSpPr>
            <a:spLocks noGrp="1"/>
          </p:cNvSpPr>
          <p:nvPr>
            <p:ph type="body" sz="quarter" idx="29"/>
          </p:nvPr>
        </p:nvSpPr>
        <p:spPr>
          <a:xfrm>
            <a:off x="33385260" y="27697972"/>
            <a:ext cx="10047018" cy="861766"/>
          </a:xfrm>
        </p:spPr>
        <p:txBody>
          <a:bodyPr/>
          <a:lstStyle/>
          <a:p>
            <a:r>
              <a:rPr lang="en-US" sz="4400" dirty="0"/>
              <a:t>Acknowledgements</a:t>
            </a:r>
          </a:p>
        </p:txBody>
      </p:sp>
      <p:sp>
        <p:nvSpPr>
          <p:cNvPr id="14" name="Text Placeholder 13">
            <a:extLst>
              <a:ext uri="{FF2B5EF4-FFF2-40B4-BE49-F238E27FC236}">
                <a16:creationId xmlns:a16="http://schemas.microsoft.com/office/drawing/2014/main" id="{09D2277D-0005-E662-D92E-2AF719434B25}"/>
              </a:ext>
            </a:extLst>
          </p:cNvPr>
          <p:cNvSpPr>
            <a:spLocks noGrp="1"/>
          </p:cNvSpPr>
          <p:nvPr>
            <p:ph type="body" sz="quarter" idx="30"/>
          </p:nvPr>
        </p:nvSpPr>
        <p:spPr>
          <a:xfrm>
            <a:off x="33385260" y="28414360"/>
            <a:ext cx="10052050" cy="3416298"/>
          </a:xfrm>
        </p:spPr>
        <p:txBody>
          <a:bodyPr/>
          <a:lstStyle/>
          <a:p>
            <a:r>
              <a:rPr lang="en-US" altLang="zh-CN" sz="3200" dirty="0"/>
              <a:t>I would like to sincerely thank Professor Jason Hou for his invaluable guidance and support throughout this project. I am also deeply grateful to his Ph.D. student, Cole Howard, for his generous assistance with algorithm implementation and experimental design. </a:t>
            </a:r>
            <a:endParaRPr lang="en-US" sz="3200" dirty="0"/>
          </a:p>
        </p:txBody>
      </p:sp>
      <p:sp>
        <p:nvSpPr>
          <p:cNvPr id="15" name="Text Placeholder 14">
            <a:extLst>
              <a:ext uri="{FF2B5EF4-FFF2-40B4-BE49-F238E27FC236}">
                <a16:creationId xmlns:a16="http://schemas.microsoft.com/office/drawing/2014/main" id="{AD1D784A-4141-28D6-4A5F-930A6B66176C}"/>
              </a:ext>
            </a:extLst>
          </p:cNvPr>
          <p:cNvSpPr>
            <a:spLocks noGrp="1"/>
          </p:cNvSpPr>
          <p:nvPr>
            <p:ph type="body" sz="quarter" idx="96"/>
          </p:nvPr>
        </p:nvSpPr>
        <p:spPr>
          <a:xfrm>
            <a:off x="208329" y="21665118"/>
            <a:ext cx="10056813" cy="9448718"/>
          </a:xfrm>
        </p:spPr>
        <p:txBody>
          <a:bodyPr/>
          <a:lstStyle/>
          <a:p>
            <a:pPr marL="685800" indent="-685800">
              <a:buClr>
                <a:srgbClr val="203864"/>
              </a:buClr>
              <a:buFont typeface="Wingdings" panose="05000000000000000000" pitchFamily="2" charset="2"/>
              <a:buChar char="l"/>
            </a:pPr>
            <a:r>
              <a:rPr lang="en-US" sz="4000" dirty="0"/>
              <a:t>Build a universal test platform that supports multiple meta-heuristic algorithms;</a:t>
            </a:r>
          </a:p>
          <a:p>
            <a:pPr marL="685800" indent="-685800">
              <a:buClr>
                <a:srgbClr val="203864"/>
              </a:buClr>
              <a:buFont typeface="Wingdings" panose="05000000000000000000" pitchFamily="2" charset="2"/>
              <a:buChar char="l"/>
            </a:pPr>
            <a:r>
              <a:rPr lang="en-US" sz="4000" dirty="0"/>
              <a:t>Realize and compare the performance of GA and SA on multimodal functions</a:t>
            </a:r>
          </a:p>
          <a:p>
            <a:pPr marL="685800" indent="-685800">
              <a:buClr>
                <a:srgbClr val="203864"/>
              </a:buClr>
              <a:buFont typeface="Wingdings" panose="05000000000000000000" pitchFamily="2" charset="2"/>
              <a:buChar char="l"/>
            </a:pPr>
            <a:r>
              <a:rPr lang="en-US" sz="4000" dirty="0"/>
              <a:t>Analyze the differences among various algorithms in terms of convergence behavior, final accuracy and operational efficiency;</a:t>
            </a:r>
          </a:p>
          <a:p>
            <a:pPr marL="685800" indent="-685800">
              <a:buClr>
                <a:srgbClr val="203864"/>
              </a:buClr>
              <a:buFont typeface="Wingdings" panose="05000000000000000000" pitchFamily="2" charset="2"/>
              <a:buChar char="l"/>
            </a:pPr>
            <a:r>
              <a:rPr lang="en-US" sz="4000" dirty="0"/>
              <a:t>Provide a visual convergence curve to assist in understanding the dynamic process of the algorithm.</a:t>
            </a:r>
          </a:p>
        </p:txBody>
      </p:sp>
      <p:sp>
        <p:nvSpPr>
          <p:cNvPr id="16" name="Text Placeholder 15">
            <a:extLst>
              <a:ext uri="{FF2B5EF4-FFF2-40B4-BE49-F238E27FC236}">
                <a16:creationId xmlns:a16="http://schemas.microsoft.com/office/drawing/2014/main" id="{0AD2DAE7-5392-D4F6-09BD-CBD3734582B2}"/>
              </a:ext>
            </a:extLst>
          </p:cNvPr>
          <p:cNvSpPr>
            <a:spLocks noGrp="1"/>
          </p:cNvSpPr>
          <p:nvPr>
            <p:ph type="body" sz="quarter" idx="150"/>
          </p:nvPr>
        </p:nvSpPr>
        <p:spPr>
          <a:xfrm>
            <a:off x="5946116" y="3021128"/>
            <a:ext cx="31998968" cy="646331"/>
          </a:xfrm>
        </p:spPr>
        <p:txBody>
          <a:bodyPr/>
          <a:lstStyle/>
          <a:p>
            <a:r>
              <a:rPr lang="en-US" altLang="zh-CN" sz="3600" dirty="0"/>
              <a:t>Jinan University</a:t>
            </a:r>
            <a:endParaRPr lang="en-US" sz="3600" dirty="0"/>
          </a:p>
        </p:txBody>
      </p:sp>
      <p:sp>
        <p:nvSpPr>
          <p:cNvPr id="17" name="Text Placeholder 16">
            <a:extLst>
              <a:ext uri="{FF2B5EF4-FFF2-40B4-BE49-F238E27FC236}">
                <a16:creationId xmlns:a16="http://schemas.microsoft.com/office/drawing/2014/main" id="{AAE1D3A5-28F2-B404-D4C7-47EB988D933E}"/>
              </a:ext>
            </a:extLst>
          </p:cNvPr>
          <p:cNvSpPr>
            <a:spLocks noGrp="1"/>
          </p:cNvSpPr>
          <p:nvPr>
            <p:ph type="body" sz="quarter" idx="151"/>
          </p:nvPr>
        </p:nvSpPr>
        <p:spPr>
          <a:xfrm>
            <a:off x="5828366" y="2047951"/>
            <a:ext cx="31998968" cy="707886"/>
          </a:xfrm>
        </p:spPr>
        <p:txBody>
          <a:bodyPr/>
          <a:lstStyle/>
          <a:p>
            <a:r>
              <a:rPr lang="en-US" sz="4000" dirty="0"/>
              <a:t>Dingming Zhong</a:t>
            </a:r>
            <a:endParaRPr lang="en-US" altLang="zh-CN" sz="3200" dirty="0"/>
          </a:p>
        </p:txBody>
      </p:sp>
      <p:sp>
        <p:nvSpPr>
          <p:cNvPr id="18" name="Text Placeholder 17">
            <a:extLst>
              <a:ext uri="{FF2B5EF4-FFF2-40B4-BE49-F238E27FC236}">
                <a16:creationId xmlns:a16="http://schemas.microsoft.com/office/drawing/2014/main" id="{12CD0C50-C7FD-6047-8A81-F714D190A0F7}"/>
              </a:ext>
            </a:extLst>
          </p:cNvPr>
          <p:cNvSpPr>
            <a:spLocks noGrp="1"/>
          </p:cNvSpPr>
          <p:nvPr>
            <p:ph type="body" sz="quarter" idx="153"/>
          </p:nvPr>
        </p:nvSpPr>
        <p:spPr>
          <a:xfrm>
            <a:off x="208329" y="768747"/>
            <a:ext cx="43228981" cy="830997"/>
          </a:xfrm>
        </p:spPr>
        <p:txBody>
          <a:bodyPr/>
          <a:lstStyle/>
          <a:p>
            <a:r>
              <a:rPr lang="en-US" altLang="zh-CN" sz="4800" b="0" dirty="0"/>
              <a:t>A Testbed for Global Optimization of Multimodal Functions: Implementing and Comparing Genetic Algorithm and Simulated Annealing</a:t>
            </a:r>
          </a:p>
        </p:txBody>
      </p:sp>
      <p:graphicFrame>
        <p:nvGraphicFramePr>
          <p:cNvPr id="21" name="对象 20">
            <a:extLst>
              <a:ext uri="{FF2B5EF4-FFF2-40B4-BE49-F238E27FC236}">
                <a16:creationId xmlns:a16="http://schemas.microsoft.com/office/drawing/2014/main" id="{37DEB33B-F5AF-22B2-3F92-7A4BF34B790F}"/>
              </a:ext>
            </a:extLst>
          </p:cNvPr>
          <p:cNvGraphicFramePr>
            <a:graphicFrameLocks noChangeAspect="1"/>
          </p:cNvGraphicFramePr>
          <p:nvPr>
            <p:extLst>
              <p:ext uri="{D42A27DB-BD31-4B8C-83A1-F6EECF244321}">
                <p14:modId xmlns:p14="http://schemas.microsoft.com/office/powerpoint/2010/main" val="175169832"/>
              </p:ext>
            </p:extLst>
          </p:nvPr>
        </p:nvGraphicFramePr>
        <p:xfrm>
          <a:off x="11619758" y="7382094"/>
          <a:ext cx="9929551" cy="2194416"/>
        </p:xfrm>
        <a:graphic>
          <a:graphicData uri="http://schemas.openxmlformats.org/presentationml/2006/ole">
            <mc:AlternateContent xmlns:mc="http://schemas.openxmlformats.org/markup-compatibility/2006">
              <mc:Choice xmlns:v="urn:schemas-microsoft-com:vml" Requires="v">
                <p:oleObj name="AxMath" r:id="rId5" imgW="4323600" imgH="956160" progId="Equation.AxMath">
                  <p:embed/>
                </p:oleObj>
              </mc:Choice>
              <mc:Fallback>
                <p:oleObj name="AxMath" r:id="rId5" imgW="4323600" imgH="956160" progId="Equation.AxMath">
                  <p:embed/>
                  <p:pic>
                    <p:nvPicPr>
                      <p:cNvPr id="0" name=""/>
                      <p:cNvPicPr/>
                      <p:nvPr/>
                    </p:nvPicPr>
                    <p:blipFill>
                      <a:blip r:embed="rId6"/>
                      <a:stretch>
                        <a:fillRect/>
                      </a:stretch>
                    </p:blipFill>
                    <p:spPr>
                      <a:xfrm>
                        <a:off x="11619758" y="7382094"/>
                        <a:ext cx="9929551" cy="2194416"/>
                      </a:xfrm>
                      <a:prstGeom prst="rect">
                        <a:avLst/>
                      </a:prstGeom>
                    </p:spPr>
                  </p:pic>
                </p:oleObj>
              </mc:Fallback>
            </mc:AlternateContent>
          </a:graphicData>
        </a:graphic>
      </p:graphicFrame>
      <p:graphicFrame>
        <p:nvGraphicFramePr>
          <p:cNvPr id="22" name="对象 21">
            <a:extLst>
              <a:ext uri="{FF2B5EF4-FFF2-40B4-BE49-F238E27FC236}">
                <a16:creationId xmlns:a16="http://schemas.microsoft.com/office/drawing/2014/main" id="{370382DB-F6BF-A150-7B02-F528E5172969}"/>
              </a:ext>
            </a:extLst>
          </p:cNvPr>
          <p:cNvGraphicFramePr>
            <a:graphicFrameLocks noChangeAspect="1"/>
          </p:cNvGraphicFramePr>
          <p:nvPr>
            <p:extLst>
              <p:ext uri="{D42A27DB-BD31-4B8C-83A1-F6EECF244321}">
                <p14:modId xmlns:p14="http://schemas.microsoft.com/office/powerpoint/2010/main" val="2933627716"/>
              </p:ext>
            </p:extLst>
          </p:nvPr>
        </p:nvGraphicFramePr>
        <p:xfrm>
          <a:off x="11238202" y="10565041"/>
          <a:ext cx="10722129" cy="1557177"/>
        </p:xfrm>
        <a:graphic>
          <a:graphicData uri="http://schemas.openxmlformats.org/presentationml/2006/ole">
            <mc:AlternateContent xmlns:mc="http://schemas.openxmlformats.org/markup-compatibility/2006">
              <mc:Choice xmlns:v="urn:schemas-microsoft-com:vml" Requires="v">
                <p:oleObj name="AxMath" r:id="rId7" imgW="6689520" imgH="971640" progId="Equation.AxMath">
                  <p:embed/>
                </p:oleObj>
              </mc:Choice>
              <mc:Fallback>
                <p:oleObj name="AxMath" r:id="rId7" imgW="6689520" imgH="971640" progId="Equation.AxMath">
                  <p:embed/>
                  <p:pic>
                    <p:nvPicPr>
                      <p:cNvPr id="0" name=""/>
                      <p:cNvPicPr/>
                      <p:nvPr/>
                    </p:nvPicPr>
                    <p:blipFill>
                      <a:blip r:embed="rId8"/>
                      <a:stretch>
                        <a:fillRect/>
                      </a:stretch>
                    </p:blipFill>
                    <p:spPr>
                      <a:xfrm>
                        <a:off x="11238202" y="10565041"/>
                        <a:ext cx="10722129" cy="1557177"/>
                      </a:xfrm>
                      <a:prstGeom prst="rect">
                        <a:avLst/>
                      </a:prstGeom>
                    </p:spPr>
                  </p:pic>
                </p:oleObj>
              </mc:Fallback>
            </mc:AlternateContent>
          </a:graphicData>
        </a:graphic>
      </p:graphicFrame>
      <p:pic>
        <p:nvPicPr>
          <p:cNvPr id="25" name="图片 24" descr="图片包含 图表&#10;&#10;AI 生成的内容可能不正确。">
            <a:extLst>
              <a:ext uri="{FF2B5EF4-FFF2-40B4-BE49-F238E27FC236}">
                <a16:creationId xmlns:a16="http://schemas.microsoft.com/office/drawing/2014/main" id="{32C785AB-62A4-527B-0A49-C4F2CD8614D4}"/>
              </a:ext>
            </a:extLst>
          </p:cNvPr>
          <p:cNvPicPr>
            <a:picLocks noChangeAspect="1"/>
          </p:cNvPicPr>
          <p:nvPr/>
        </p:nvPicPr>
        <p:blipFill>
          <a:blip r:embed="rId9">
            <a:extLst>
              <a:ext uri="{28A0092B-C50C-407E-A947-70E740481C1C}">
                <a14:useLocalDpi xmlns:a14="http://schemas.microsoft.com/office/drawing/2010/main" val="0"/>
              </a:ext>
            </a:extLst>
          </a:blip>
          <a:stretch>
            <a:fillRect/>
          </a:stretch>
        </p:blipFill>
        <p:spPr>
          <a:xfrm>
            <a:off x="23765183" y="15976225"/>
            <a:ext cx="7790794" cy="3338912"/>
          </a:xfrm>
          <a:prstGeom prst="rect">
            <a:avLst/>
          </a:prstGeom>
        </p:spPr>
      </p:pic>
      <p:pic>
        <p:nvPicPr>
          <p:cNvPr id="29" name="图片 28" descr="图片包含 图表&#10;&#10;AI 生成的内容可能不正确。">
            <a:extLst>
              <a:ext uri="{FF2B5EF4-FFF2-40B4-BE49-F238E27FC236}">
                <a16:creationId xmlns:a16="http://schemas.microsoft.com/office/drawing/2014/main" id="{E46D9E7D-9B04-45D1-EF77-BA33762D284B}"/>
              </a:ext>
            </a:extLst>
          </p:cNvPr>
          <p:cNvPicPr>
            <a:picLocks noChangeAspect="1"/>
          </p:cNvPicPr>
          <p:nvPr/>
        </p:nvPicPr>
        <p:blipFill>
          <a:blip r:embed="rId10">
            <a:extLst>
              <a:ext uri="{28A0092B-C50C-407E-A947-70E740481C1C}">
                <a14:useLocalDpi xmlns:a14="http://schemas.microsoft.com/office/drawing/2010/main" val="0"/>
              </a:ext>
            </a:extLst>
          </a:blip>
          <a:stretch>
            <a:fillRect/>
          </a:stretch>
        </p:blipFill>
        <p:spPr>
          <a:xfrm>
            <a:off x="23765183" y="12403021"/>
            <a:ext cx="7790794" cy="3338912"/>
          </a:xfrm>
          <a:prstGeom prst="rect">
            <a:avLst/>
          </a:prstGeom>
        </p:spPr>
      </p:pic>
      <p:pic>
        <p:nvPicPr>
          <p:cNvPr id="34" name="图片 33" descr="图表&#10;&#10;AI 生成的内容可能不正确。">
            <a:extLst>
              <a:ext uri="{FF2B5EF4-FFF2-40B4-BE49-F238E27FC236}">
                <a16:creationId xmlns:a16="http://schemas.microsoft.com/office/drawing/2014/main" id="{7BB31CC5-05D6-FD9A-D167-96230EA4DDC2}"/>
              </a:ext>
            </a:extLst>
          </p:cNvPr>
          <p:cNvPicPr>
            <a:picLocks noChangeAspect="1"/>
          </p:cNvPicPr>
          <p:nvPr/>
        </p:nvPicPr>
        <p:blipFill>
          <a:blip r:embed="rId11">
            <a:extLst>
              <a:ext uri="{28A0092B-C50C-407E-A947-70E740481C1C}">
                <a14:useLocalDpi xmlns:a14="http://schemas.microsoft.com/office/drawing/2010/main" val="0"/>
              </a:ext>
            </a:extLst>
          </a:blip>
          <a:srcRect l="16200" r="12966" b="5457"/>
          <a:stretch>
            <a:fillRect/>
          </a:stretch>
        </p:blipFill>
        <p:spPr>
          <a:xfrm>
            <a:off x="21822819" y="20383256"/>
            <a:ext cx="5654095" cy="3860068"/>
          </a:xfrm>
          <a:prstGeom prst="rect">
            <a:avLst/>
          </a:prstGeom>
        </p:spPr>
      </p:pic>
      <p:pic>
        <p:nvPicPr>
          <p:cNvPr id="38" name="图片 37" descr="图表&#10;&#10;AI 生成的内容可能不正确。">
            <a:extLst>
              <a:ext uri="{FF2B5EF4-FFF2-40B4-BE49-F238E27FC236}">
                <a16:creationId xmlns:a16="http://schemas.microsoft.com/office/drawing/2014/main" id="{DB7F6B77-D913-FD68-7DE3-036D708F088F}"/>
              </a:ext>
            </a:extLst>
          </p:cNvPr>
          <p:cNvPicPr>
            <a:picLocks noChangeAspect="1"/>
          </p:cNvPicPr>
          <p:nvPr/>
        </p:nvPicPr>
        <p:blipFill>
          <a:blip r:embed="rId12">
            <a:extLst>
              <a:ext uri="{28A0092B-C50C-407E-A947-70E740481C1C}">
                <a14:useLocalDpi xmlns:a14="http://schemas.microsoft.com/office/drawing/2010/main" val="0"/>
              </a:ext>
            </a:extLst>
          </a:blip>
          <a:srcRect l="16987" r="16987" b="7861"/>
          <a:stretch>
            <a:fillRect/>
          </a:stretch>
        </p:blipFill>
        <p:spPr>
          <a:xfrm>
            <a:off x="27406604" y="20258049"/>
            <a:ext cx="4829909" cy="3860068"/>
          </a:xfrm>
          <a:prstGeom prst="rect">
            <a:avLst/>
          </a:prstGeom>
        </p:spPr>
      </p:pic>
    </p:spTree>
    <p:extLst>
      <p:ext uri="{BB962C8B-B14F-4D97-AF65-F5344CB8AC3E}">
        <p14:creationId xmlns:p14="http://schemas.microsoft.com/office/powerpoint/2010/main" val="358771719"/>
      </p:ext>
    </p:extLst>
  </p:cSld>
  <p:clrMapOvr>
    <a:masterClrMapping/>
  </p:clrMapOvr>
</p:sld>
</file>

<file path=ppt/theme/theme1.xml><?xml version="1.0" encoding="utf-8"?>
<a:theme xmlns:a="http://schemas.openxmlformats.org/drawingml/2006/main" name="36x48-Templat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txDef>
      <a:spPr>
        <a:noFill/>
      </a:spPr>
      <a:bodyPr wrap="square" rtlCol="0">
        <a:spAutoFit/>
      </a:bodyPr>
      <a:lstStyle>
        <a:defPPr>
          <a:defRPr sz="2500" dirty="0">
            <a:latin typeface="Times New Roman" panose="02020603050405020304" pitchFamily="18" charset="0"/>
            <a:cs typeface="Times New Roman" panose="02020603050405020304" pitchFamily="18" charset="0"/>
          </a:defRPr>
        </a:defPPr>
      </a:lstStyle>
    </a:txDef>
  </a:objectDefaults>
  <a:extraClrSchemeLst/>
</a:theme>
</file>

<file path=ppt/theme/theme2.xml><?xml version="1.0" encoding="utf-8"?>
<a:theme xmlns:a="http://schemas.openxmlformats.org/drawingml/2006/main" name="Without guides">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txDef>
      <a:spPr>
        <a:noFill/>
      </a:spPr>
      <a:bodyPr wrap="square" rtlCol="0">
        <a:spAutoFit/>
      </a:bodyPr>
      <a:lstStyle>
        <a:defPPr>
          <a:defRPr sz="2500" dirty="0">
            <a:latin typeface="Times New Roman" panose="02020603050405020304" pitchFamily="18" charset="0"/>
            <a:cs typeface="Times New Roman" panose="02020603050405020304" pitchFamily="18" charset="0"/>
          </a:defRPr>
        </a:defPPr>
      </a:lstStyle>
    </a:txDef>
  </a:objectDefaults>
  <a:extraClrSchemeLst/>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4.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emplate>36x48-Template-V2b</Template>
  <TotalTime>2237</TotalTime>
  <Words>732</Words>
  <Application>Microsoft Office PowerPoint</Application>
  <PresentationFormat>自定义</PresentationFormat>
  <Paragraphs>54</Paragraphs>
  <Slides>1</Slides>
  <Notes>1</Notes>
  <HiddenSlides>0</HiddenSlides>
  <MMClips>0</MMClips>
  <ScaleCrop>false</ScaleCrop>
  <HeadingPairs>
    <vt:vector size="8" baseType="variant">
      <vt:variant>
        <vt:lpstr>已用的字体</vt:lpstr>
      </vt:variant>
      <vt:variant>
        <vt:i4>7</vt:i4>
      </vt:variant>
      <vt:variant>
        <vt:lpstr>主题</vt:lpstr>
      </vt:variant>
      <vt:variant>
        <vt:i4>2</vt:i4>
      </vt:variant>
      <vt:variant>
        <vt:lpstr>嵌入 OLE 服务器</vt:lpstr>
      </vt:variant>
      <vt:variant>
        <vt:i4>1</vt:i4>
      </vt:variant>
      <vt:variant>
        <vt:lpstr>幻灯片标题</vt:lpstr>
      </vt:variant>
      <vt:variant>
        <vt:i4>1</vt:i4>
      </vt:variant>
    </vt:vector>
  </HeadingPairs>
  <TitlesOfParts>
    <vt:vector size="11" baseType="lpstr">
      <vt:lpstr>Arial</vt:lpstr>
      <vt:lpstr>Arial Black</vt:lpstr>
      <vt:lpstr>Calibri</vt:lpstr>
      <vt:lpstr>Century Gothic</vt:lpstr>
      <vt:lpstr>Times New Roman</vt:lpstr>
      <vt:lpstr>Trebuchet MS</vt:lpstr>
      <vt:lpstr>Wingdings</vt:lpstr>
      <vt:lpstr>36x48-Template</vt:lpstr>
      <vt:lpstr>Without guides</vt:lpstr>
      <vt:lpstr>AxMath</vt:lpstr>
      <vt:lpstr>PowerPoint 演示文稿</vt:lpstr>
    </vt:vector>
  </TitlesOfParts>
  <Manager>A. Kotoulas</Manager>
  <Company>Canterbury Media Services, Inc.</Company>
  <LinksUpToDate>false</LinksUpToDate>
  <SharedDoc>false</SharedDoc>
  <HyperlinkBase>https://www.posterpresentations.com/free-poster-templates.html</HyperlinkBase>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36x48 PowerPoint Presentation</dc:title>
  <dc:subject>Research poster presentation template</dc:subject>
  <dc:creator>PosterPresentations.com</dc:creator>
  <cp:keywords>36x48 Powerpoint poster template, scientific poster template, research poster template</cp:keywords>
  <dc:description>This template is the property of PosterPresentations.com. You are free to modify and print the template as needed, as long as the PosterPresentations.com watermark at the bottom left of the page is visible. Call us if you need help with this poster template. 1-866-649-3004 (c)PosterPresentations.com</dc:description>
  <cp:lastModifiedBy>Dingming Zhong (BSc App Math w Info (Jinan) FT)</cp:lastModifiedBy>
  <cp:revision>73</cp:revision>
  <dcterms:created xsi:type="dcterms:W3CDTF">2012-02-03T19:11:35Z</dcterms:created>
  <dcterms:modified xsi:type="dcterms:W3CDTF">2026-02-20T14:55:15Z</dcterms:modified>
  <cp:category>Research poster templates</cp:category>
</cp:coreProperties>
</file>